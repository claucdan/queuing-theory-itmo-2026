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slideMaster12.xml" ContentType="application/vnd.openxmlformats-officedocument.presentationml.slideMaster+xml"/>
  <Override PartName="/ppt/slideMasters/slideMaster11.xml" ContentType="application/vnd.openxmlformats-officedocument.presentationml.slideMaster+xml"/>
  <Override PartName="/ppt/slideMasters/slideMaster10.xml" ContentType="application/vnd.openxmlformats-officedocument.presentationml.slideMaster+xml"/>
  <Override PartName="/ppt/slideMasters/slideMaster9.xml" ContentType="application/vnd.openxmlformats-officedocument.presentationml.slideMaster+xml"/>
  <Override PartName="/ppt/slideMasters/slideMaster8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13.xml" ContentType="application/vnd.openxmlformats-officedocument.presentationml.slideMaster+xml"/>
  <Override PartName="/ppt/slideMasters/slideMaster25.xml" ContentType="application/vnd.openxmlformats-officedocument.presentationml.slideMaster+xml"/>
  <Override PartName="/ppt/slideMasters/slideMaster24.xml" ContentType="application/vnd.openxmlformats-officedocument.presentationml.slideMaster+xml"/>
  <Override PartName="/ppt/slideMasters/slideMaster23.xml" ContentType="application/vnd.openxmlformats-officedocument.presentationml.slideMaster+xml"/>
  <Override PartName="/ppt/slideMasters/slideMaster22.xml" ContentType="application/vnd.openxmlformats-officedocument.presentationml.slideMaster+xml"/>
  <Override PartName="/ppt/slideMasters/slideMaster21.xml" ContentType="application/vnd.openxmlformats-officedocument.presentationml.slideMaster+xml"/>
  <Override PartName="/ppt/slideMasters/slideMaster19.xml" ContentType="application/vnd.openxmlformats-officedocument.presentationml.slideMaster+xml"/>
  <Override PartName="/ppt/slideMasters/slideMaster20.xml" ContentType="application/vnd.openxmlformats-officedocument.presentationml.slideMaster+xml"/>
  <Override PartName="/ppt/slideMasters/slideMaster18.xml" ContentType="application/vnd.openxmlformats-officedocument.presentationml.slideMaster+xml"/>
  <Override PartName="/ppt/slideMasters/slideMaster17.xml" ContentType="application/vnd.openxmlformats-officedocument.presentationml.slideMaster+xml"/>
  <Override PartName="/ppt/slideMasters/slideMaster16.xml" ContentType="application/vnd.openxmlformats-officedocument.presentationml.slideMaster+xml"/>
  <Override PartName="/ppt/slideMasters/slideMaster15.xml" ContentType="application/vnd.openxmlformats-officedocument.presentationml.slideMaster+xml"/>
  <Override PartName="/ppt/slideMasters/_rels/slideMaster26.xml.rels" ContentType="application/vnd.openxmlformats-package.relationships+xml"/>
  <Override PartName="/ppt/slideMasters/_rels/slideMaster14.xml.rels" ContentType="application/vnd.openxmlformats-package.relationships+xml"/>
  <Override PartName="/ppt/slideMasters/_rels/slideMaster3.xml.rels" ContentType="application/vnd.openxmlformats-package.relationships+xml"/>
  <Override PartName="/ppt/slideMasters/_rels/slideMaster15.xml.rels" ContentType="application/vnd.openxmlformats-package.relationships+xml"/>
  <Override PartName="/ppt/slideMasters/_rels/slideMaster4.xml.rels" ContentType="application/vnd.openxmlformats-package.relationships+xml"/>
  <Override PartName="/ppt/slideMasters/_rels/slideMaster16.xml.rels" ContentType="application/vnd.openxmlformats-package.relationships+xml"/>
  <Override PartName="/ppt/slideMasters/_rels/slideMaster5.xml.rels" ContentType="application/vnd.openxmlformats-package.relationships+xml"/>
  <Override PartName="/ppt/slideMasters/_rels/slideMaster17.xml.rels" ContentType="application/vnd.openxmlformats-package.relationships+xml"/>
  <Override PartName="/ppt/slideMasters/_rels/slideMaster6.xml.rels" ContentType="application/vnd.openxmlformats-package.relationships+xml"/>
  <Override PartName="/ppt/slideMasters/_rels/slideMaster18.xml.rels" ContentType="application/vnd.openxmlformats-package.relationships+xml"/>
  <Override PartName="/ppt/slideMasters/_rels/slideMaster20.xml.rels" ContentType="application/vnd.openxmlformats-package.relationships+xml"/>
  <Override PartName="/ppt/slideMasters/_rels/slideMaster7.xml.rels" ContentType="application/vnd.openxmlformats-package.relationships+xml"/>
  <Override PartName="/ppt/slideMasters/_rels/slideMaster11.xml.rels" ContentType="application/vnd.openxmlformats-package.relationships+xml"/>
  <Override PartName="/ppt/slideMasters/_rels/slideMaster23.xml.rels" ContentType="application/vnd.openxmlformats-package.relationships+xml"/>
  <Override PartName="/ppt/slideMasters/_rels/slideMaster10.xml.rels" ContentType="application/vnd.openxmlformats-package.relationships+xml"/>
  <Override PartName="/ppt/slideMasters/_rels/slideMaster2.xml.rels" ContentType="application/vnd.openxmlformats-package.relationships+xml"/>
  <Override PartName="/ppt/slideMasters/_rels/slideMaster13.xml.rels" ContentType="application/vnd.openxmlformats-package.relationships+xml"/>
  <Override PartName="/ppt/slideMasters/_rels/slideMaster25.xml.rels" ContentType="application/vnd.openxmlformats-package.relationships+xml"/>
  <Override PartName="/ppt/slideMasters/_rels/slideMaster24.xml.rels" ContentType="application/vnd.openxmlformats-package.relationships+xml"/>
  <Override PartName="/ppt/slideMasters/_rels/slideMaster12.xml.rels" ContentType="application/vnd.openxmlformats-package.relationships+xml"/>
  <Override PartName="/ppt/slideMasters/_rels/slideMaster1.xml.rels" ContentType="application/vnd.openxmlformats-package.relationships+xml"/>
  <Override PartName="/ppt/slideMasters/_rels/slideMaster22.xml.rels" ContentType="application/vnd.openxmlformats-package.relationships+xml"/>
  <Override PartName="/ppt/slideMasters/_rels/slideMaster9.xml.rels" ContentType="application/vnd.openxmlformats-package.relationships+xml"/>
  <Override PartName="/ppt/slideMasters/_rels/slideMaster19.xml.rels" ContentType="application/vnd.openxmlformats-package.relationships+xml"/>
  <Override PartName="/ppt/slideMasters/_rels/slideMaster8.xml.rels" ContentType="application/vnd.openxmlformats-package.relationships+xml"/>
  <Override PartName="/ppt/slideMasters/_rels/slideMaster21.xml.rels" ContentType="application/vnd.openxmlformats-package.relationships+xml"/>
  <Override PartName="/ppt/slideMasters/slideMaster14.xml" ContentType="application/vnd.openxmlformats-officedocument.presentationml.slideMaster+xml"/>
  <Override PartName="/ppt/slideMasters/slideMaster1.xml" ContentType="application/vnd.openxmlformats-officedocument.presentationml.slideMaster+xml"/>
  <Override PartName="/ppt/slideMasters/slideMaster26.xml" ContentType="application/vnd.openxmlformats-officedocument.presentationml.slideMaster+xml"/>
  <Override PartName="/ppt/presProps.xml" ContentType="application/vnd.openxmlformats-officedocument.presentationml.presProps+xml"/>
  <Override PartName="/ppt/theme/theme10.xml" ContentType="application/vnd.openxmlformats-officedocument.theme+xml"/>
  <Override PartName="/ppt/theme/theme9.xml" ContentType="application/vnd.openxmlformats-officedocument.theme+xml"/>
  <Override PartName="/ppt/theme/theme8.xml" ContentType="application/vnd.openxmlformats-officedocument.theme+xml"/>
  <Override PartName="/ppt/theme/theme7.xml" ContentType="application/vnd.openxmlformats-officedocument.theme+xml"/>
  <Override PartName="/ppt/theme/theme6.xml" ContentType="application/vnd.openxmlformats-officedocument.theme+xml"/>
  <Override PartName="/ppt/theme/theme5.xml" ContentType="application/vnd.openxmlformats-officedocument.theme+xml"/>
  <Override PartName="/ppt/theme/theme4.xml" ContentType="application/vnd.openxmlformats-officedocument.theme+xml"/>
  <Override PartName="/ppt/theme/theme13.xml" ContentType="application/vnd.openxmlformats-officedocument.theme+xml"/>
  <Override PartName="/ppt/theme/theme3.xml" ContentType="application/vnd.openxmlformats-officedocument.theme+xml"/>
  <Override PartName="/ppt/theme/theme12.xml" ContentType="application/vnd.openxmlformats-officedocument.theme+xml"/>
  <Override PartName="/ppt/theme/theme2.xml" ContentType="application/vnd.openxmlformats-officedocument.theme+xml"/>
  <Override PartName="/ppt/theme/theme11.xml" ContentType="application/vnd.openxmlformats-officedocument.theme+xml"/>
  <Override PartName="/ppt/theme/theme1.xml" ContentType="application/vnd.openxmlformats-officedocument.theme+xml"/>
  <Override PartName="/ppt/theme/theme26.xml" ContentType="application/vnd.openxmlformats-officedocument.theme+xml"/>
  <Override PartName="/ppt/theme/theme14.xml" ContentType="application/vnd.openxmlformats-officedocument.theme+xml"/>
  <Override PartName="/ppt/theme/theme25.xml" ContentType="application/vnd.openxmlformats-officedocument.theme+xml"/>
  <Override PartName="/ppt/theme/theme24.xml" ContentType="application/vnd.openxmlformats-officedocument.theme+xml"/>
  <Override PartName="/ppt/theme/theme23.xml" ContentType="application/vnd.openxmlformats-officedocument.theme+xml"/>
  <Override PartName="/ppt/theme/theme22.xml" ContentType="application/vnd.openxmlformats-officedocument.theme+xml"/>
  <Override PartName="/ppt/theme/theme21.xml" ContentType="application/vnd.openxmlformats-officedocument.theme+xml"/>
  <Override PartName="/ppt/theme/theme19.xml" ContentType="application/vnd.openxmlformats-officedocument.theme+xml"/>
  <Override PartName="/ppt/theme/theme20.xml" ContentType="application/vnd.openxmlformats-officedocument.theme+xml"/>
  <Override PartName="/ppt/theme/theme18.xml" ContentType="application/vnd.openxmlformats-officedocument.theme+xml"/>
  <Override PartName="/ppt/theme/theme17.xml" ContentType="application/vnd.openxmlformats-officedocument.theme+xml"/>
  <Override PartName="/ppt/theme/theme16.xml" ContentType="application/vnd.openxmlformats-officedocument.theme+xml"/>
  <Override PartName="/ppt/theme/theme15.xml" ContentType="application/vnd.openxmlformats-officedocument.theme+xml"/>
  <Override PartName="/ppt/_rels/presentation.xml.rels" ContentType="application/vnd.openxmlformats-package.relationships+xml"/>
  <Override PartName="/ppt/media/image9.jpeg" ContentType="image/jpeg"/>
  <Override PartName="/ppt/media/image12.jpeg" ContentType="image/jpeg"/>
  <Override PartName="/ppt/media/image13.jpeg" ContentType="image/jpeg"/>
  <Override PartName="/ppt/media/image8.jpeg" ContentType="image/jpeg"/>
  <Override PartName="/ppt/media/image11.jpeg" ContentType="image/jpeg"/>
  <Override PartName="/ppt/media/image28.png" ContentType="image/png"/>
  <Override PartName="/ppt/media/image7.jpeg" ContentType="image/jpeg"/>
  <Override PartName="/ppt/media/image10.jpeg" ContentType="image/jpeg"/>
  <Override PartName="/ppt/media/image20.png" ContentType="image/png"/>
  <Override PartName="/ppt/media/image6.jpeg" ContentType="image/jpeg"/>
  <Override PartName="/ppt/media/image5.jpeg" ContentType="image/jpeg"/>
  <Override PartName="/ppt/media/image4.jpeg" ContentType="image/jpeg"/>
  <Override PartName="/ppt/media/image25.png" ContentType="image/png"/>
  <Override PartName="/ppt/media/image3.jpeg" ContentType="image/jpeg"/>
  <Override PartName="/ppt/media/image2.jpeg" ContentType="image/jpeg"/>
  <Override PartName="/ppt/media/image27.png" ContentType="image/png"/>
  <Override PartName="/ppt/media/image24.png" ContentType="image/png"/>
  <Override PartName="/ppt/media/image22.png" ContentType="image/png"/>
  <Override PartName="/ppt/media/image19.jpeg" ContentType="image/jpeg"/>
  <Override PartName="/ppt/media/image1.jpeg" ContentType="image/jpeg"/>
  <Override PartName="/ppt/media/image21.png" ContentType="image/png"/>
  <Override PartName="/ppt/media/image18.jpeg" ContentType="image/jpeg"/>
  <Override PartName="/ppt/media/image26.png" ContentType="image/png"/>
  <Override PartName="/ppt/media/image17.jpeg" ContentType="image/jpeg"/>
  <Override PartName="/ppt/media/image16.jpeg" ContentType="image/jpeg"/>
  <Override PartName="/ppt/media/image15.jpeg" ContentType="image/jpeg"/>
  <Override PartName="/ppt/media/image23.png" ContentType="image/png"/>
  <Override PartName="/ppt/media/image14.jpeg" ContentType="image/jpeg"/>
  <Override PartName="/ppt/slideLayouts/slideLayout9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_rels/slideLayout24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23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14.xml.rels" ContentType="application/vnd.openxmlformats-package.relationships+xml"/>
  <Override PartName="/ppt/slideLayouts/_rels/slideLayout15.xml.rels" ContentType="application/vnd.openxmlformats-package.relationships+xml"/>
  <Override PartName="/ppt/slideLayouts/_rels/slideLayout16.xml.rels" ContentType="application/vnd.openxmlformats-package.relationships+xml"/>
  <Override PartName="/ppt/slideLayouts/_rels/slideLayout17.xml.rels" ContentType="application/vnd.openxmlformats-package.relationships+xml"/>
  <Override PartName="/ppt/slideLayouts/_rels/slideLayout18.xml.rels" ContentType="application/vnd.openxmlformats-package.relationships+xml"/>
  <Override PartName="/ppt/slideLayouts/_rels/slideLayout20.xml.rels" ContentType="application/vnd.openxmlformats-package.relationships+xml"/>
  <Override PartName="/ppt/slideLayouts/_rels/slideLayout19.xml.rels" ContentType="application/vnd.openxmlformats-package.relationships+xml"/>
  <Override PartName="/ppt/slideLayouts/_rels/slideLayout1.xml.rels" ContentType="application/vnd.openxmlformats-package.relationships+xml"/>
  <Override PartName="/ppt/slideLayouts/_rels/slideLayout21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13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25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12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22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26.xml.rels" ContentType="application/vnd.openxmlformats-package.relationships+xml"/>
  <Override PartName="/ppt/slideLayouts/slideLayout3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s/_rels/slide27.xml.rels" ContentType="application/vnd.openxmlformats-package.relationships+xml"/>
  <Override PartName="/ppt/slides/_rels/slide18.xml.rels" ContentType="application/vnd.openxmlformats-package.relationships+xml"/>
  <Override PartName="/ppt/slides/_rels/slide11.xml.rels" ContentType="application/vnd.openxmlformats-package.relationships+xml"/>
  <Override PartName="/ppt/slides/_rels/slide28.xml.rels" ContentType="application/vnd.openxmlformats-package.relationships+xml"/>
  <Override PartName="/ppt/slides/_rels/slide30.xml.rels" ContentType="application/vnd.openxmlformats-package.relationships+xml"/>
  <Override PartName="/ppt/slides/_rels/slide19.xml.rels" ContentType="application/vnd.openxmlformats-package.relationships+xml"/>
  <Override PartName="/ppt/slides/_rels/slide13.xml.rels" ContentType="application/vnd.openxmlformats-package.relationships+xml"/>
  <Override PartName="/ppt/slides/_rels/slide12.xml.rels" ContentType="application/vnd.openxmlformats-package.relationships+xml"/>
  <Override PartName="/ppt/slides/_rels/slide22.xml.rels" ContentType="application/vnd.openxmlformats-package.relationships+xml"/>
  <Override PartName="/ppt/slides/_rels/slide5.xml.rels" ContentType="application/vnd.openxmlformats-package.relationships+xml"/>
  <Override PartName="/ppt/slides/_rels/slide21.xml.rels" ContentType="application/vnd.openxmlformats-package.relationships+xml"/>
  <Override PartName="/ppt/slides/_rels/slide4.xml.rels" ContentType="application/vnd.openxmlformats-package.relationships+xml"/>
  <Override PartName="/ppt/slides/_rels/slide29.xml.rels" ContentType="application/vnd.openxmlformats-package.relationships+xml"/>
  <Override PartName="/ppt/slides/_rels/slide20.xml.rels" ContentType="application/vnd.openxmlformats-package.relationships+xml"/>
  <Override PartName="/ppt/slides/_rels/slide3.xml.rels" ContentType="application/vnd.openxmlformats-package.relationships+xml"/>
  <Override PartName="/ppt/slides/_rels/slide17.xml.rels" ContentType="application/vnd.openxmlformats-package.relationships+xml"/>
  <Override PartName="/ppt/slides/_rels/slide10.xml.rels" ContentType="application/vnd.openxmlformats-package.relationships+xml"/>
  <Override PartName="/ppt/slides/_rels/slide8.xml.rels" ContentType="application/vnd.openxmlformats-package.relationships+xml"/>
  <Override PartName="/ppt/slides/_rels/slide25.xml.rels" ContentType="application/vnd.openxmlformats-package.relationships+xml"/>
  <Override PartName="/ppt/slides/_rels/slide2.xml.rels" ContentType="application/vnd.openxmlformats-package.relationships+xml"/>
  <Override PartName="/ppt/slides/_rels/slide16.xml.rels" ContentType="application/vnd.openxmlformats-package.relationships+xml"/>
  <Override PartName="/ppt/slides/_rels/slide1.xml.rels" ContentType="application/vnd.openxmlformats-package.relationships+xml"/>
  <Override PartName="/ppt/slides/_rels/slide24.xml.rels" ContentType="application/vnd.openxmlformats-package.relationships+xml"/>
  <Override PartName="/ppt/slides/_rels/slide7.xml.rels" ContentType="application/vnd.openxmlformats-package.relationships+xml"/>
  <Override PartName="/ppt/slides/_rels/slide15.xml.rels" ContentType="application/vnd.openxmlformats-package.relationships+xml"/>
  <Override PartName="/ppt/slides/_rels/slide23.xml.rels" ContentType="application/vnd.openxmlformats-package.relationships+xml"/>
  <Override PartName="/ppt/slides/_rels/slide6.xml.rels" ContentType="application/vnd.openxmlformats-package.relationships+xml"/>
  <Override PartName="/ppt/slides/_rels/slide14.xml.rels" ContentType="application/vnd.openxmlformats-package.relationships+xml"/>
  <Override PartName="/ppt/slides/_rels/slide9.xml.rels" ContentType="application/vnd.openxmlformats-package.relationships+xml"/>
  <Override PartName="/ppt/slides/_rels/slide26.xml.rels" ContentType="application/vnd.openxmlformats-package.relationships+xml"/>
  <Override PartName="/ppt/slides/slide29.xml" ContentType="application/vnd.openxmlformats-officedocument.presentationml.slide+xml"/>
  <Override PartName="/ppt/slides/slide18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19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4.xml" ContentType="application/vnd.openxmlformats-officedocument.presentationml.slide+xml"/>
  <Override PartName="/ppt/slides/slide12.xml" ContentType="application/vnd.openxmlformats-officedocument.presentationml.slide+xml"/>
  <Override PartName="/ppt/slides/slide24.xml" ContentType="application/vnd.openxmlformats-officedocument.presentationml.slide+xml"/>
  <Override PartName="/ppt/slides/slide5.xml" ContentType="application/vnd.openxmlformats-officedocument.presentationml.slide+xml"/>
  <Override PartName="/ppt/slides/slide13.xml" ContentType="application/vnd.openxmlformats-officedocument.presentationml.slide+xml"/>
  <Override PartName="/ppt/slides/slide25.xml" ContentType="application/vnd.openxmlformats-officedocument.presentationml.slide+xml"/>
  <Override PartName="/ppt/slides/slide30.xml" ContentType="application/vnd.openxmlformats-officedocument.presentationml.slide+xml"/>
  <Override PartName="/ppt/slides/slide28.xml" ContentType="application/vnd.openxmlformats-officedocument.presentationml.slide+xml"/>
  <Override PartName="/ppt/slides/slide11.xml" ContentType="application/vnd.openxmlformats-officedocument.presentationml.slide+xml"/>
  <Override PartName="/ppt/slides/slide3.xml" ContentType="application/vnd.openxmlformats-officedocument.presentationml.slide+xml"/>
  <Override PartName="/ppt/slides/slide9.xml" ContentType="application/vnd.openxmlformats-officedocument.presentationml.slide+xml"/>
  <Override PartName="/ppt/slides/slide17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8.xml" ContentType="application/vnd.openxmlformats-officedocument.presentationml.slide+xml"/>
  <Override PartName="/ppt/slides/slide16.xml" ContentType="application/vnd.openxmlformats-officedocument.presentationml.slide+xml"/>
  <Override PartName="/ppt/slides/slide1.xml" ContentType="application/vnd.openxmlformats-officedocument.presentationml.slide+xml"/>
  <Override PartName="/ppt/slides/slide7.xml" ContentType="application/vnd.openxmlformats-officedocument.presentationml.slide+xml"/>
  <Override PartName="/ppt/slides/slide15.xml" ContentType="application/vnd.openxmlformats-officedocument.presentationml.slide+xml"/>
  <Override PartName="/ppt/slides/slide6.xml" ContentType="application/vnd.openxmlformats-officedocument.presentationml.slide+xml"/>
  <Override PartName="/ppt/slides/slide14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charts/chart1.xml" ContentType="application/vnd.openxmlformats-officedocument.drawingml.chart+xml"/>
  <Override PartName="/ppt/charts/chart2.xml" ContentType="application/vnd.openxmlformats-officedocument.drawingml.chart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50" r:id="rId3"/>
    <p:sldMasterId id="2147483652" r:id="rId4"/>
    <p:sldMasterId id="2147483654" r:id="rId5"/>
    <p:sldMasterId id="2147483656" r:id="rId6"/>
    <p:sldMasterId id="2147483658" r:id="rId7"/>
    <p:sldMasterId id="2147483660" r:id="rId8"/>
    <p:sldMasterId id="2147483662" r:id="rId9"/>
    <p:sldMasterId id="2147483664" r:id="rId10"/>
    <p:sldMasterId id="2147483666" r:id="rId11"/>
    <p:sldMasterId id="2147483668" r:id="rId12"/>
    <p:sldMasterId id="2147483670" r:id="rId13"/>
    <p:sldMasterId id="2147483672" r:id="rId14"/>
    <p:sldMasterId id="2147483674" r:id="rId15"/>
    <p:sldMasterId id="2147483676" r:id="rId16"/>
    <p:sldMasterId id="2147483678" r:id="rId17"/>
    <p:sldMasterId id="2147483680" r:id="rId18"/>
    <p:sldMasterId id="2147483682" r:id="rId19"/>
    <p:sldMasterId id="2147483684" r:id="rId20"/>
    <p:sldMasterId id="2147483686" r:id="rId21"/>
    <p:sldMasterId id="2147483688" r:id="rId22"/>
    <p:sldMasterId id="2147483690" r:id="rId23"/>
    <p:sldMasterId id="2147483692" r:id="rId24"/>
    <p:sldMasterId id="2147483694" r:id="rId25"/>
    <p:sldMasterId id="2147483696" r:id="rId26"/>
    <p:sldMasterId id="2147483698" r:id="rId27"/>
  </p:sldMasterIdLst>
  <p:sldIdLst>
    <p:sldId id="256" r:id="rId28"/>
    <p:sldId id="257" r:id="rId29"/>
    <p:sldId id="258" r:id="rId30"/>
    <p:sldId id="259" r:id="rId31"/>
    <p:sldId id="260" r:id="rId32"/>
    <p:sldId id="261" r:id="rId33"/>
    <p:sldId id="262" r:id="rId34"/>
    <p:sldId id="263" r:id="rId35"/>
    <p:sldId id="264" r:id="rId36"/>
    <p:sldId id="265" r:id="rId37"/>
    <p:sldId id="266" r:id="rId38"/>
    <p:sldId id="267" r:id="rId39"/>
    <p:sldId id="268" r:id="rId40"/>
    <p:sldId id="269" r:id="rId41"/>
    <p:sldId id="270" r:id="rId42"/>
    <p:sldId id="271" r:id="rId43"/>
    <p:sldId id="272" r:id="rId44"/>
    <p:sldId id="273" r:id="rId45"/>
    <p:sldId id="274" r:id="rId46"/>
    <p:sldId id="275" r:id="rId47"/>
    <p:sldId id="276" r:id="rId48"/>
    <p:sldId id="277" r:id="rId49"/>
    <p:sldId id="278" r:id="rId50"/>
    <p:sldId id="279" r:id="rId51"/>
    <p:sldId id="280" r:id="rId52"/>
    <p:sldId id="281" r:id="rId53"/>
    <p:sldId id="282" r:id="rId54"/>
    <p:sldId id="283" r:id="rId55"/>
    <p:sldId id="284" r:id="rId56"/>
    <p:sldId id="285" r:id="rId57"/>
  </p:sldIdLst>
  <p:sldSz cx="9144000" cy="5715000"/>
  <p:notesSz cx="7559675" cy="10691813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Master" Target="slideMasters/slideMaster3.xml"/><Relationship Id="rId5" Type="http://schemas.openxmlformats.org/officeDocument/2006/relationships/slideMaster" Target="slideMasters/slideMaster4.xml"/><Relationship Id="rId6" Type="http://schemas.openxmlformats.org/officeDocument/2006/relationships/slideMaster" Target="slideMasters/slideMaster5.xml"/><Relationship Id="rId7" Type="http://schemas.openxmlformats.org/officeDocument/2006/relationships/slideMaster" Target="slideMasters/slideMaster6.xml"/><Relationship Id="rId8" Type="http://schemas.openxmlformats.org/officeDocument/2006/relationships/slideMaster" Target="slideMasters/slideMaster7.xml"/><Relationship Id="rId9" Type="http://schemas.openxmlformats.org/officeDocument/2006/relationships/slideMaster" Target="slideMasters/slideMaster8.xml"/><Relationship Id="rId10" Type="http://schemas.openxmlformats.org/officeDocument/2006/relationships/slideMaster" Target="slideMasters/slideMaster9.xml"/><Relationship Id="rId11" Type="http://schemas.openxmlformats.org/officeDocument/2006/relationships/slideMaster" Target="slideMasters/slideMaster10.xml"/><Relationship Id="rId12" Type="http://schemas.openxmlformats.org/officeDocument/2006/relationships/slideMaster" Target="slideMasters/slideMaster11.xml"/><Relationship Id="rId13" Type="http://schemas.openxmlformats.org/officeDocument/2006/relationships/slideMaster" Target="slideMasters/slideMaster12.xml"/><Relationship Id="rId14" Type="http://schemas.openxmlformats.org/officeDocument/2006/relationships/slideMaster" Target="slideMasters/slideMaster13.xml"/><Relationship Id="rId15" Type="http://schemas.openxmlformats.org/officeDocument/2006/relationships/slideMaster" Target="slideMasters/slideMaster14.xml"/><Relationship Id="rId16" Type="http://schemas.openxmlformats.org/officeDocument/2006/relationships/slideMaster" Target="slideMasters/slideMaster15.xml"/><Relationship Id="rId17" Type="http://schemas.openxmlformats.org/officeDocument/2006/relationships/slideMaster" Target="slideMasters/slideMaster16.xml"/><Relationship Id="rId18" Type="http://schemas.openxmlformats.org/officeDocument/2006/relationships/slideMaster" Target="slideMasters/slideMaster17.xml"/><Relationship Id="rId19" Type="http://schemas.openxmlformats.org/officeDocument/2006/relationships/slideMaster" Target="slideMasters/slideMaster18.xml"/><Relationship Id="rId20" Type="http://schemas.openxmlformats.org/officeDocument/2006/relationships/slideMaster" Target="slideMasters/slideMaster19.xml"/><Relationship Id="rId21" Type="http://schemas.openxmlformats.org/officeDocument/2006/relationships/slideMaster" Target="slideMasters/slideMaster20.xml"/><Relationship Id="rId22" Type="http://schemas.openxmlformats.org/officeDocument/2006/relationships/slideMaster" Target="slideMasters/slideMaster21.xml"/><Relationship Id="rId23" Type="http://schemas.openxmlformats.org/officeDocument/2006/relationships/slideMaster" Target="slideMasters/slideMaster22.xml"/><Relationship Id="rId24" Type="http://schemas.openxmlformats.org/officeDocument/2006/relationships/slideMaster" Target="slideMasters/slideMaster23.xml"/><Relationship Id="rId25" Type="http://schemas.openxmlformats.org/officeDocument/2006/relationships/slideMaster" Target="slideMasters/slideMaster24.xml"/><Relationship Id="rId26" Type="http://schemas.openxmlformats.org/officeDocument/2006/relationships/slideMaster" Target="slideMasters/slideMaster25.xml"/><Relationship Id="rId27" Type="http://schemas.openxmlformats.org/officeDocument/2006/relationships/slideMaster" Target="slideMasters/slideMaster26.xml"/><Relationship Id="rId28" Type="http://schemas.openxmlformats.org/officeDocument/2006/relationships/slide" Target="slides/slide1.xml"/><Relationship Id="rId29" Type="http://schemas.openxmlformats.org/officeDocument/2006/relationships/slide" Target="slides/slide2.xml"/><Relationship Id="rId30" Type="http://schemas.openxmlformats.org/officeDocument/2006/relationships/slide" Target="slides/slide3.xml"/><Relationship Id="rId31" Type="http://schemas.openxmlformats.org/officeDocument/2006/relationships/slide" Target="slides/slide4.xml"/><Relationship Id="rId32" Type="http://schemas.openxmlformats.org/officeDocument/2006/relationships/slide" Target="slides/slide5.xml"/><Relationship Id="rId33" Type="http://schemas.openxmlformats.org/officeDocument/2006/relationships/slide" Target="slides/slide6.xml"/><Relationship Id="rId34" Type="http://schemas.openxmlformats.org/officeDocument/2006/relationships/slide" Target="slides/slide7.xml"/><Relationship Id="rId35" Type="http://schemas.openxmlformats.org/officeDocument/2006/relationships/slide" Target="slides/slide8.xml"/><Relationship Id="rId36" Type="http://schemas.openxmlformats.org/officeDocument/2006/relationships/slide" Target="slides/slide9.xml"/><Relationship Id="rId37" Type="http://schemas.openxmlformats.org/officeDocument/2006/relationships/slide" Target="slides/slide10.xml"/><Relationship Id="rId38" Type="http://schemas.openxmlformats.org/officeDocument/2006/relationships/slide" Target="slides/slide11.xml"/><Relationship Id="rId39" Type="http://schemas.openxmlformats.org/officeDocument/2006/relationships/slide" Target="slides/slide12.xml"/><Relationship Id="rId40" Type="http://schemas.openxmlformats.org/officeDocument/2006/relationships/slide" Target="slides/slide13.xml"/><Relationship Id="rId41" Type="http://schemas.openxmlformats.org/officeDocument/2006/relationships/slide" Target="slides/slide14.xml"/><Relationship Id="rId42" Type="http://schemas.openxmlformats.org/officeDocument/2006/relationships/slide" Target="slides/slide15.xml"/><Relationship Id="rId43" Type="http://schemas.openxmlformats.org/officeDocument/2006/relationships/slide" Target="slides/slide16.xml"/><Relationship Id="rId44" Type="http://schemas.openxmlformats.org/officeDocument/2006/relationships/slide" Target="slides/slide17.xml"/><Relationship Id="rId45" Type="http://schemas.openxmlformats.org/officeDocument/2006/relationships/slide" Target="slides/slide18.xml"/><Relationship Id="rId46" Type="http://schemas.openxmlformats.org/officeDocument/2006/relationships/slide" Target="slides/slide19.xml"/><Relationship Id="rId47" Type="http://schemas.openxmlformats.org/officeDocument/2006/relationships/slide" Target="slides/slide20.xml"/><Relationship Id="rId48" Type="http://schemas.openxmlformats.org/officeDocument/2006/relationships/slide" Target="slides/slide21.xml"/><Relationship Id="rId49" Type="http://schemas.openxmlformats.org/officeDocument/2006/relationships/slide" Target="slides/slide22.xml"/><Relationship Id="rId50" Type="http://schemas.openxmlformats.org/officeDocument/2006/relationships/slide" Target="slides/slide23.xml"/><Relationship Id="rId51" Type="http://schemas.openxmlformats.org/officeDocument/2006/relationships/slide" Target="slides/slide24.xml"/><Relationship Id="rId52" Type="http://schemas.openxmlformats.org/officeDocument/2006/relationships/slide" Target="slides/slide25.xml"/><Relationship Id="rId53" Type="http://schemas.openxmlformats.org/officeDocument/2006/relationships/slide" Target="slides/slide26.xml"/><Relationship Id="rId54" Type="http://schemas.openxmlformats.org/officeDocument/2006/relationships/slide" Target="slides/slide27.xml"/><Relationship Id="rId55" Type="http://schemas.openxmlformats.org/officeDocument/2006/relationships/slide" Target="slides/slide28.xml"/><Relationship Id="rId56" Type="http://schemas.openxmlformats.org/officeDocument/2006/relationships/slide" Target="slides/slide29.xml"/><Relationship Id="rId57" Type="http://schemas.openxmlformats.org/officeDocument/2006/relationships/slide" Target="slides/slide30.xml"/><Relationship Id="rId58" Type="http://schemas.openxmlformats.org/officeDocument/2006/relationships/presProps" Target="presProps.xml"/>
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lang val="en-US"/>
  <c:roundedCorners val="0"/>
  <c:chart>
    <c:autoTitleDeleted val="1"/>
    <c:plotArea>
      <c:scatterChart>
        <c:scatterStyle val="lineMarker"/>
        <c:varyColors val="0"/>
        <c:ser>
          <c:idx val="0"/>
          <c:order val="0"/>
          <c:tx>
            <c:strRef>
              <c:f>label 0</c:f>
              <c:strCache>
                <c:ptCount val="1"/>
                <c:pt idx="0">
                  <c:v>Строка 15</c:v>
                </c:pt>
              </c:strCache>
            </c:strRef>
          </c:tx>
          <c:spPr>
            <a:solidFill>
              <a:srgbClr val="004586"/>
            </a:solidFill>
            <a:ln w="28800">
              <a:solidFill>
                <a:srgbClr val="004586"/>
              </a:solidFill>
              <a:round/>
            </a:ln>
          </c:spPr>
          <c:marker>
            <c:symbol val="square"/>
            <c:size val="8"/>
            <c:spPr>
              <a:solidFill>
                <a:srgbClr val="004586"/>
              </a:solidFill>
            </c:spPr>
          </c:marker>
          <c:dLbls>
            <c:numFmt formatCode="General" sourceLinked="0"/>
            <c:txPr>
              <a:bodyPr wrap="none"/>
              <a:lstStyle/>
              <a:p>
                <a:pPr>
                  <a:defRPr b="0" sz="1000" spc="-1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dLblPos val="t"/>
            <c:showLegendKey val="0"/>
            <c:showVal val="1"/>
            <c:showCatName val="0"/>
            <c:showSerName val="0"/>
            <c:showPercent val="0"/>
            <c:separator> </c:separator>
            <c:showLeaderLines val="1"/>
            <c:extLst>
              <c:ext xmlns:c15="http://schemas.microsoft.com/office/drawing/2012/chart" uri="{CE6537A1-D6FC-4f65-9D91-7224C49458BB}">
                <c15:showLeaderLines val="1"/>
              </c:ext>
            </c:extLst>
          </c:dLbls>
          <c:xVal>
            <c:numRef>
              <c:f>1</c:f>
              <c:numCache>
                <c:formatCode>General</c:formatCode>
                <c:ptCount val="4"/>
                <c:pt idx="0">
                  <c:v>1</c:v>
                </c:pt>
                <c:pt idx="1">
                  <c:v>3</c:v>
                </c:pt>
                <c:pt idx="2">
                  <c:v>9</c:v>
                </c:pt>
                <c:pt idx="3">
                  <c:v>15</c:v>
                </c:pt>
              </c:numCache>
            </c:numRef>
          </c:xVal>
          <c:yVal>
            <c:numRef>
              <c:f>0</c:f>
              <c:numCache>
                <c:formatCode>General</c:formatCode>
                <c:ptCount val="4"/>
                <c:pt idx="0">
                  <c:v>252.09</c:v>
                </c:pt>
                <c:pt idx="1">
                  <c:v>75.24</c:v>
                </c:pt>
                <c:pt idx="2">
                  <c:v>28.89</c:v>
                </c:pt>
                <c:pt idx="3">
                  <c:v>14.85</c:v>
                </c:pt>
              </c:numCache>
            </c:numRef>
          </c:yVal>
          <c:smooth val="0"/>
        </c:ser>
        <c:ser>
          <c:idx val="1"/>
          <c:order val="1"/>
          <c:tx>
            <c:strRef>
              <c:f>label 2</c:f>
              <c:strCache>
                <c:ptCount val="1"/>
                <c:pt idx="0">
                  <c:v>Строка 16</c:v>
                </c:pt>
              </c:strCache>
            </c:strRef>
          </c:tx>
          <c:spPr>
            <a:solidFill>
              <a:srgbClr val="ff420e"/>
            </a:solidFill>
            <a:ln w="28800">
              <a:solidFill>
                <a:srgbClr val="ff420e"/>
              </a:solidFill>
              <a:round/>
            </a:ln>
          </c:spPr>
          <c:marker>
            <c:symbol val="diamond"/>
            <c:size val="8"/>
            <c:spPr>
              <a:solidFill>
                <a:srgbClr val="ff420e"/>
              </a:solidFill>
            </c:spPr>
          </c:marker>
          <c:dLbls>
            <c:numFmt formatCode="General" sourceLinked="0"/>
            <c:txPr>
              <a:bodyPr wrap="none"/>
              <a:lstStyle/>
              <a:p>
                <a:pPr>
                  <a:defRPr b="0" sz="1000" spc="-1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dLblPos val="t"/>
            <c:showLegendKey val="0"/>
            <c:showVal val="1"/>
            <c:showCatName val="0"/>
            <c:showSerName val="0"/>
            <c:showPercent val="0"/>
            <c:separator> </c:separator>
            <c:showLeaderLines val="1"/>
            <c:extLst>
              <c:ext xmlns:c15="http://schemas.microsoft.com/office/drawing/2012/chart" uri="{CE6537A1-D6FC-4f65-9D91-7224C49458BB}">
                <c15:showLeaderLines val="1"/>
              </c:ext>
            </c:extLst>
          </c:dLbls>
          <c:xVal>
            <c:numRef>
              <c:f>3</c:f>
              <c:numCache>
                <c:formatCode>General</c:formatCode>
                <c:ptCount val="4"/>
                <c:pt idx="0">
                  <c:v>1</c:v>
                </c:pt>
                <c:pt idx="1">
                  <c:v>3</c:v>
                </c:pt>
                <c:pt idx="2">
                  <c:v>9</c:v>
                </c:pt>
                <c:pt idx="3">
                  <c:v>15</c:v>
                </c:pt>
              </c:numCache>
            </c:numRef>
          </c:xVal>
          <c:yVal>
            <c:numRef>
              <c:f>2</c:f>
              <c:numCache>
                <c:formatCode>General</c:formatCode>
                <c:ptCount val="4"/>
                <c:pt idx="0">
                  <c:v>756.36</c:v>
                </c:pt>
                <c:pt idx="1">
                  <c:v>231.81</c:v>
                </c:pt>
                <c:pt idx="2">
                  <c:v>87.3</c:v>
                </c:pt>
                <c:pt idx="3">
                  <c:v>46.26</c:v>
                </c:pt>
              </c:numCache>
            </c:numRef>
          </c:yVal>
          <c:smooth val="0"/>
        </c:ser>
        <c:axId val="27672911"/>
        <c:axId val="39070587"/>
      </c:scatterChart>
      <c:valAx>
        <c:axId val="27672911"/>
        <c:scaling>
          <c:orientation val="minMax"/>
        </c:scaling>
        <c:delete val="0"/>
        <c:axPos val="b"/>
        <c:title>
          <c:tx>
            <c:rich>
              <a:bodyPr rot="0"/>
              <a:lstStyle/>
              <a:p>
                <a:pPr>
                  <a:defRPr b="0" sz="900" spc="-1" strike="noStrike">
                    <a:solidFill>
                      <a:srgbClr val="000000"/>
                    </a:solidFill>
                    <a:latin typeface="Arial"/>
                  </a:defRPr>
                </a:pPr>
                <a:r>
                  <a:rPr b="0" sz="900" spc="-1" strike="noStrike">
                    <a:solidFill>
                      <a:srgbClr val="000000"/>
                    </a:solidFill>
                    <a:latin typeface="Arial"/>
                  </a:rPr>
                  <a:t>Количество бригад</a:t>
                </a:r>
              </a:p>
            </c:rich>
          </c:tx>
          <c:overlay val="0"/>
          <c:spPr>
            <a:noFill/>
            <a:ln w="0">
              <a:noFill/>
            </a:ln>
          </c:spPr>
        </c:title>
        <c:numFmt formatCode="General" sourceLinked="0"/>
        <c:majorTickMark val="out"/>
        <c:minorTickMark val="none"/>
        <c:tickLblPos val="nextTo"/>
        <c:spPr>
          <a:ln w="0">
            <a:solidFill>
              <a:srgbClr val="b3b3b3"/>
            </a:solidFill>
          </a:ln>
        </c:spPr>
        <c:txPr>
          <a:bodyPr/>
          <a:lstStyle/>
          <a:p>
            <a:pPr>
              <a:defRPr b="0" sz="1000" spc="-1" strike="noStrike">
                <a:solidFill>
                  <a:srgbClr val="000000"/>
                </a:solidFill>
                <a:latin typeface="Arial"/>
              </a:defRPr>
            </a:pPr>
          </a:p>
        </c:txPr>
        <c:crossAx val="39070587"/>
        <c:crosses val="autoZero"/>
        <c:crossBetween val="midCat"/>
      </c:valAx>
      <c:valAx>
        <c:axId val="39070587"/>
        <c:scaling>
          <c:orientation val="minMax"/>
        </c:scaling>
        <c:delete val="0"/>
        <c:axPos val="l"/>
        <c:majorGridlines>
          <c:spPr>
            <a:ln w="0">
              <a:solidFill>
                <a:srgbClr val="b3b3b3"/>
              </a:solidFill>
            </a:ln>
          </c:spPr>
        </c:majorGridlines>
        <c:numFmt formatCode="General" sourceLinked="0"/>
        <c:majorTickMark val="out"/>
        <c:minorTickMark val="none"/>
        <c:tickLblPos val="nextTo"/>
        <c:spPr>
          <a:ln w="0">
            <a:solidFill>
              <a:srgbClr val="b3b3b3"/>
            </a:solidFill>
          </a:ln>
        </c:spPr>
        <c:txPr>
          <a:bodyPr/>
          <a:lstStyle/>
          <a:p>
            <a:pPr>
              <a:defRPr b="0" sz="1000" spc="-1" strike="noStrike">
                <a:solidFill>
                  <a:srgbClr val="000000"/>
                </a:solidFill>
                <a:latin typeface="Arial"/>
              </a:defRPr>
            </a:pPr>
          </a:p>
        </c:txPr>
        <c:crossAx val="27672911"/>
        <c:crosses val="autoZero"/>
        <c:crossBetween val="midCat"/>
      </c:valAx>
      <c:spPr>
        <a:noFill/>
        <a:ln w="0">
          <a:solidFill>
            <a:srgbClr val="b3b3b3"/>
          </a:solidFill>
        </a:ln>
      </c:spPr>
    </c:plotArea>
    <c:plotVisOnly val="1"/>
    <c:dispBlanksAs val="span"/>
  </c:chart>
  <c:spPr>
    <a:solidFill>
      <a:srgbClr val="ffffff"/>
    </a:solidFill>
    <a:ln w="0">
      <a:noFill/>
    </a:ln>
  </c:spPr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lang val="en-US"/>
  <c:roundedCorners val="0"/>
  <c:chart>
    <c:autoTitleDeleted val="1"/>
    <c:plotArea>
      <c:scatterChart>
        <c:scatterStyle val="lineMarker"/>
        <c:varyColors val="0"/>
        <c:ser>
          <c:idx val="0"/>
          <c:order val="0"/>
          <c:tx>
            <c:strRef>
              <c:f>label 0</c:f>
              <c:strCache>
                <c:ptCount val="1"/>
                <c:pt idx="0">
                  <c:v>Строка 15</c:v>
                </c:pt>
              </c:strCache>
            </c:strRef>
          </c:tx>
          <c:spPr>
            <a:solidFill>
              <a:srgbClr val="004586"/>
            </a:solidFill>
            <a:ln w="28800">
              <a:solidFill>
                <a:srgbClr val="004586"/>
              </a:solidFill>
              <a:round/>
            </a:ln>
          </c:spPr>
          <c:marker>
            <c:symbol val="square"/>
            <c:size val="8"/>
            <c:spPr>
              <a:solidFill>
                <a:srgbClr val="004586"/>
              </a:solidFill>
            </c:spPr>
          </c:marker>
          <c:dLbls>
            <c:numFmt formatCode="General" sourceLinked="0"/>
            <c:txPr>
              <a:bodyPr wrap="none"/>
              <a:lstStyle/>
              <a:p>
                <a:pPr>
                  <a:defRPr b="0" sz="1000" spc="-1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dLblPos val="t"/>
            <c:showLegendKey val="0"/>
            <c:showVal val="1"/>
            <c:showCatName val="0"/>
            <c:showSerName val="0"/>
            <c:showPercent val="0"/>
            <c:separator> </c:separator>
            <c:showLeaderLines val="1"/>
            <c:extLst>
              <c:ext xmlns:c15="http://schemas.microsoft.com/office/drawing/2012/chart" uri="{CE6537A1-D6FC-4f65-9D91-7224C49458BB}">
                <c15:showLeaderLines val="1"/>
              </c:ext>
            </c:extLst>
          </c:dLbls>
          <c:xVal>
            <c:numRef>
              <c:f>1</c:f>
              <c:numCache>
                <c:formatCode>General</c:formatCode>
                <c:ptCount val="4"/>
                <c:pt idx="0">
                  <c:v>1</c:v>
                </c:pt>
                <c:pt idx="1">
                  <c:v>3</c:v>
                </c:pt>
                <c:pt idx="2">
                  <c:v>9</c:v>
                </c:pt>
                <c:pt idx="3">
                  <c:v>15</c:v>
                </c:pt>
              </c:numCache>
            </c:numRef>
          </c:xVal>
          <c:yVal>
            <c:numRef>
              <c:f>0</c:f>
              <c:numCache>
                <c:formatCode>General</c:formatCode>
                <c:ptCount val="4"/>
                <c:pt idx="0">
                  <c:v>149.28</c:v>
                </c:pt>
                <c:pt idx="1">
                  <c:v>57.85</c:v>
                </c:pt>
                <c:pt idx="2">
                  <c:v>20.32</c:v>
                </c:pt>
                <c:pt idx="3">
                  <c:v>11.52</c:v>
                </c:pt>
              </c:numCache>
            </c:numRef>
          </c:yVal>
          <c:smooth val="0"/>
        </c:ser>
        <c:ser>
          <c:idx val="1"/>
          <c:order val="1"/>
          <c:tx>
            <c:strRef>
              <c:f>label 2</c:f>
              <c:strCache>
                <c:ptCount val="1"/>
                <c:pt idx="0">
                  <c:v>Строка 16</c:v>
                </c:pt>
              </c:strCache>
            </c:strRef>
          </c:tx>
          <c:spPr>
            <a:solidFill>
              <a:srgbClr val="ff420e"/>
            </a:solidFill>
            <a:ln w="28800">
              <a:solidFill>
                <a:srgbClr val="ff420e"/>
              </a:solidFill>
              <a:round/>
            </a:ln>
          </c:spPr>
          <c:marker>
            <c:symbol val="diamond"/>
            <c:size val="8"/>
            <c:spPr>
              <a:solidFill>
                <a:srgbClr val="ff420e"/>
              </a:solidFill>
            </c:spPr>
          </c:marker>
          <c:dLbls>
            <c:numFmt formatCode="General" sourceLinked="0"/>
            <c:txPr>
              <a:bodyPr wrap="none"/>
              <a:lstStyle/>
              <a:p>
                <a:pPr>
                  <a:defRPr b="0" sz="1000" spc="-1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dLblPos val="t"/>
            <c:showLegendKey val="0"/>
            <c:showVal val="1"/>
            <c:showCatName val="0"/>
            <c:showSerName val="0"/>
            <c:showPercent val="0"/>
            <c:separator> </c:separator>
            <c:showLeaderLines val="1"/>
            <c:extLst>
              <c:ext xmlns:c15="http://schemas.microsoft.com/office/drawing/2012/chart" uri="{CE6537A1-D6FC-4f65-9D91-7224C49458BB}">
                <c15:showLeaderLines val="1"/>
              </c:ext>
            </c:extLst>
          </c:dLbls>
          <c:xVal>
            <c:numRef>
              <c:f>3</c:f>
              <c:numCache>
                <c:formatCode>General</c:formatCode>
                <c:ptCount val="4"/>
                <c:pt idx="0">
                  <c:v>1</c:v>
                </c:pt>
                <c:pt idx="1">
                  <c:v>3</c:v>
                </c:pt>
                <c:pt idx="2">
                  <c:v>9</c:v>
                </c:pt>
                <c:pt idx="3">
                  <c:v>15</c:v>
                </c:pt>
              </c:numCache>
            </c:numRef>
          </c:xVal>
          <c:yVal>
            <c:numRef>
              <c:f>2</c:f>
              <c:numCache>
                <c:formatCode>General</c:formatCode>
                <c:ptCount val="4"/>
                <c:pt idx="0">
                  <c:v>632.1</c:v>
                </c:pt>
                <c:pt idx="1">
                  <c:v>227.73</c:v>
                </c:pt>
                <c:pt idx="2">
                  <c:v>74.91</c:v>
                </c:pt>
                <c:pt idx="3">
                  <c:v>42.23</c:v>
                </c:pt>
              </c:numCache>
            </c:numRef>
          </c:yVal>
          <c:smooth val="0"/>
        </c:ser>
        <c:axId val="22790270"/>
        <c:axId val="94544787"/>
      </c:scatterChart>
      <c:valAx>
        <c:axId val="22790270"/>
        <c:scaling>
          <c:orientation val="minMax"/>
        </c:scaling>
        <c:delete val="0"/>
        <c:axPos val="b"/>
        <c:title>
          <c:tx>
            <c:rich>
              <a:bodyPr rot="0"/>
              <a:lstStyle/>
              <a:p>
                <a:pPr>
                  <a:defRPr b="0" sz="900" spc="-1" strike="noStrike">
                    <a:solidFill>
                      <a:srgbClr val="000000"/>
                    </a:solidFill>
                    <a:latin typeface="Arial"/>
                  </a:defRPr>
                </a:pPr>
                <a:r>
                  <a:rPr b="0" sz="900" spc="-1" strike="noStrike">
                    <a:solidFill>
                      <a:srgbClr val="000000"/>
                    </a:solidFill>
                    <a:latin typeface="Arial"/>
                  </a:rPr>
                  <a:t>Количество бригад</a:t>
                </a:r>
              </a:p>
            </c:rich>
          </c:tx>
          <c:overlay val="0"/>
          <c:spPr>
            <a:noFill/>
            <a:ln w="0">
              <a:noFill/>
            </a:ln>
          </c:spPr>
        </c:title>
        <c:numFmt formatCode="General" sourceLinked="0"/>
        <c:majorTickMark val="out"/>
        <c:minorTickMark val="none"/>
        <c:tickLblPos val="nextTo"/>
        <c:spPr>
          <a:ln w="0">
            <a:solidFill>
              <a:srgbClr val="b3b3b3"/>
            </a:solidFill>
          </a:ln>
        </c:spPr>
        <c:txPr>
          <a:bodyPr/>
          <a:lstStyle/>
          <a:p>
            <a:pPr>
              <a:defRPr b="0" sz="1000" spc="-1" strike="noStrike">
                <a:solidFill>
                  <a:srgbClr val="000000"/>
                </a:solidFill>
                <a:latin typeface="Arial"/>
              </a:defRPr>
            </a:pPr>
          </a:p>
        </c:txPr>
        <c:crossAx val="94544787"/>
        <c:crosses val="autoZero"/>
        <c:crossBetween val="midCat"/>
      </c:valAx>
      <c:valAx>
        <c:axId val="94544787"/>
        <c:scaling>
          <c:orientation val="minMax"/>
          <c:max val="800"/>
        </c:scaling>
        <c:delete val="0"/>
        <c:axPos val="l"/>
        <c:majorGridlines>
          <c:spPr>
            <a:ln w="0">
              <a:solidFill>
                <a:srgbClr val="b3b3b3"/>
              </a:solidFill>
            </a:ln>
          </c:spPr>
        </c:majorGridlines>
        <c:numFmt formatCode="General" sourceLinked="0"/>
        <c:majorTickMark val="out"/>
        <c:minorTickMark val="none"/>
        <c:tickLblPos val="nextTo"/>
        <c:spPr>
          <a:ln w="0">
            <a:solidFill>
              <a:srgbClr val="b3b3b3"/>
            </a:solidFill>
          </a:ln>
        </c:spPr>
        <c:txPr>
          <a:bodyPr/>
          <a:lstStyle/>
          <a:p>
            <a:pPr>
              <a:defRPr b="0" sz="1000" spc="-1" strike="noStrike">
                <a:solidFill>
                  <a:srgbClr val="000000"/>
                </a:solidFill>
                <a:latin typeface="Arial"/>
              </a:defRPr>
            </a:pPr>
          </a:p>
        </c:txPr>
        <c:crossAx val="22790270"/>
        <c:crosses val="autoZero"/>
        <c:crossBetween val="midCat"/>
      </c:valAx>
      <c:spPr>
        <a:noFill/>
        <a:ln w="0">
          <a:solidFill>
            <a:srgbClr val="b3b3b3"/>
          </a:solidFill>
        </a:ln>
      </c:spPr>
    </c:plotArea>
    <c:plotVisOnly val="1"/>
    <c:dispBlanksAs val="span"/>
  </c:chart>
  <c:spPr>
    <a:solidFill>
      <a:srgbClr val="ffffff"/>
    </a:solidFill>
    <a:ln w="0">
      <a:noFill/>
    </a:ln>
  </c:spPr>
</c:chartSpace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6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7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8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9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0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2.xml"/>
</Relationships>
</file>

<file path=ppt/slideLayouts/_rels/slideLayout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3.xml"/>
</Relationships>
</file>

<file path=ppt/slideLayouts/_rels/slideLayout1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4.xml"/>
</Relationships>
</file>

<file path=ppt/slideLayouts/_rels/slideLayout1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5.xml"/>
</Relationships>
</file>

<file path=ppt/slideLayouts/_rels/slideLayout1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6.xml"/>
</Relationships>
</file>

<file path=ppt/slideLayouts/_rels/slideLayout1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7.xml"/>
</Relationships>
</file>

<file path=ppt/slideLayouts/_rels/slideLayout1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8.xml"/>
</Relationships>
</file>

<file path=ppt/slideLayouts/_rels/slideLayout1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9.xml"/>
</Relationships>
</file>

<file path=ppt/slideLayouts/_rels/slideLayout2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0.xml"/>
</Relationships>
</file>

<file path=ppt/slideLayouts/_rels/slideLayout2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1.xml"/>
</Relationships>
</file>

<file path=ppt/slideLayouts/_rels/slideLayout2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2.xml"/>
</Relationships>
</file>

<file path=ppt/slideLayouts/_rels/slideLayout2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3.xml"/>
</Relationships>
</file>

<file path=ppt/slideLayouts/_rels/slideLayout2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4.xml"/>
</Relationships>
</file>

<file path=ppt/slideLayouts/_rels/slideLayout2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5.xml"/>
</Relationships>
</file>

<file path=ppt/slideLayouts/_rels/slideLayout2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6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3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Обычны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PlaceHolder 1"/>
          <p:cNvSpPr>
            <a:spLocks noGrp="1"/>
          </p:cNvSpPr>
          <p:nvPr>
            <p:ph type="title"/>
          </p:nvPr>
        </p:nvSpPr>
        <p:spPr>
          <a:xfrm>
            <a:off x="457200" y="79920"/>
            <a:ext cx="8228520" cy="1250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ru-RU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" name="PlaceHolder 2"/>
          <p:cNvSpPr>
            <a:spLocks noGrp="1"/>
          </p:cNvSpPr>
          <p:nvPr>
            <p:ph/>
          </p:nvPr>
        </p:nvSpPr>
        <p:spPr>
          <a:xfrm>
            <a:off x="457200" y="1337040"/>
            <a:ext cx="8228520" cy="3313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ru-RU" sz="3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1_Пользовательский маке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4_Пользовательский маке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8_Пользовательский маке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Финал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2_Пользовательский маке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5_Пользовательский маке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6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9_Пользовательский маке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4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1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kfq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1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7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1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8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1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10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1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Пользовательский маке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1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5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1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6_Пользовательский маке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2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9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2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Обычный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PlaceHolder 1"/>
          <p:cNvSpPr>
            <a:spLocks noGrp="1"/>
          </p:cNvSpPr>
          <p:nvPr>
            <p:ph type="title"/>
          </p:nvPr>
        </p:nvSpPr>
        <p:spPr>
          <a:xfrm>
            <a:off x="457200" y="79920"/>
            <a:ext cx="8228520" cy="1250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ru-RU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7" name="PlaceHolder 2"/>
          <p:cNvSpPr>
            <a:spLocks noGrp="1"/>
          </p:cNvSpPr>
          <p:nvPr>
            <p:ph/>
          </p:nvPr>
        </p:nvSpPr>
        <p:spPr>
          <a:xfrm>
            <a:off x="457200" y="1337040"/>
            <a:ext cx="8228520" cy="3313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ru-RU" sz="3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2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Обычный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PlaceHolder 1"/>
          <p:cNvSpPr>
            <a:spLocks noGrp="1"/>
          </p:cNvSpPr>
          <p:nvPr>
            <p:ph type="title"/>
          </p:nvPr>
        </p:nvSpPr>
        <p:spPr>
          <a:xfrm>
            <a:off x="457200" y="79920"/>
            <a:ext cx="8228520" cy="1250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ru-RU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3" name="PlaceHolder 2"/>
          <p:cNvSpPr>
            <a:spLocks noGrp="1"/>
          </p:cNvSpPr>
          <p:nvPr>
            <p:ph/>
          </p:nvPr>
        </p:nvSpPr>
        <p:spPr>
          <a:xfrm>
            <a:off x="457200" y="1337040"/>
            <a:ext cx="8228520" cy="3313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ru-RU" sz="3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2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Обычный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2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1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2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3_Пользовательский маке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2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7_Пользовательский маке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image" Target="../media/image1.jpeg"/><Relationship Id="rId3" Type="http://schemas.openxmlformats.org/officeDocument/2006/relationships/slideLayout" Target="../slideLayouts/slideLayout1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image" Target="../media/image2.jpeg"/><Relationship Id="rId3" Type="http://schemas.openxmlformats.org/officeDocument/2006/relationships/slideLayout" Target="../slideLayouts/slideLayout2.xml"/>
</Relationships>
</file>

<file path=ppt/slideMasters/_rels/slideMaster3.xml.rels><?xml version="1.0" encoding="UTF-8"?>
<Relationships xmlns="http://schemas.openxmlformats.org/package/2006/relationships"><Relationship Id="rId1" Type="http://schemas.openxmlformats.org/officeDocument/2006/relationships/theme" Target="../theme/theme3.xml"/><Relationship Id="rId2" Type="http://schemas.openxmlformats.org/officeDocument/2006/relationships/image" Target="../media/image2.jpeg"/><Relationship Id="rId3" Type="http://schemas.openxmlformats.org/officeDocument/2006/relationships/slideLayout" Target="../slideLayouts/slideLayout3.xml"/>
</Relationships>
</file>

<file path=ppt/slideMasters/_rels/slideMaster4.xml.rels><?xml version="1.0" encoding="UTF-8"?>
<Relationships xmlns="http://schemas.openxmlformats.org/package/2006/relationships"><Relationship Id="rId1" Type="http://schemas.openxmlformats.org/officeDocument/2006/relationships/theme" Target="../theme/theme4.xml"/><Relationship Id="rId2" Type="http://schemas.openxmlformats.org/officeDocument/2006/relationships/image" Target="../media/image3.jpeg"/><Relationship Id="rId3" Type="http://schemas.openxmlformats.org/officeDocument/2006/relationships/slideLayout" Target="../slideLayouts/slideLayout4.xml"/>
</Relationships>
</file>

<file path=ppt/slideMasters/_rels/slideMaster5.xml.rels><?xml version="1.0" encoding="UTF-8"?>
<Relationships xmlns="http://schemas.openxmlformats.org/package/2006/relationships"><Relationship Id="rId1" Type="http://schemas.openxmlformats.org/officeDocument/2006/relationships/theme" Target="../theme/theme5.xml"/><Relationship Id="rId2" Type="http://schemas.openxmlformats.org/officeDocument/2006/relationships/image" Target="../media/image4.jpeg"/><Relationship Id="rId3" Type="http://schemas.openxmlformats.org/officeDocument/2006/relationships/slideLayout" Target="../slideLayouts/slideLayout5.xml"/>
</Relationships>
</file>

<file path=ppt/slideMasters/_rels/slideMaster6.xml.rels><?xml version="1.0" encoding="UTF-8"?>
<Relationships xmlns="http://schemas.openxmlformats.org/package/2006/relationships"><Relationship Id="rId1" Type="http://schemas.openxmlformats.org/officeDocument/2006/relationships/theme" Target="../theme/theme6.xml"/><Relationship Id="rId2" Type="http://schemas.openxmlformats.org/officeDocument/2006/relationships/image" Target="../media/image5.jpeg"/><Relationship Id="rId3" Type="http://schemas.openxmlformats.org/officeDocument/2006/relationships/slideLayout" Target="../slideLayouts/slideLayout6.xml"/>
</Relationships>
</file>

<file path=ppt/slideMasters/_rels/slideMaster7.xml.rels><?xml version="1.0" encoding="UTF-8"?>
<Relationships xmlns="http://schemas.openxmlformats.org/package/2006/relationships"><Relationship Id="rId1" Type="http://schemas.openxmlformats.org/officeDocument/2006/relationships/theme" Target="../theme/theme7.xml"/><Relationship Id="rId2" Type="http://schemas.openxmlformats.org/officeDocument/2006/relationships/image" Target="../media/image6.jpeg"/><Relationship Id="rId3" Type="http://schemas.openxmlformats.org/officeDocument/2006/relationships/slideLayout" Target="../slideLayouts/slideLayout7.xml"/>
</Relationships>
</file>

<file path=ppt/slideMasters/_rels/slideMaster8.xml.rels><?xml version="1.0" encoding="UTF-8"?>
<Relationships xmlns="http://schemas.openxmlformats.org/package/2006/relationships"><Relationship Id="rId1" Type="http://schemas.openxmlformats.org/officeDocument/2006/relationships/theme" Target="../theme/theme8.xml"/><Relationship Id="rId2" Type="http://schemas.openxmlformats.org/officeDocument/2006/relationships/image" Target="../media/image7.jpeg"/><Relationship Id="rId3" Type="http://schemas.openxmlformats.org/officeDocument/2006/relationships/slideLayout" Target="../slideLayouts/slideLayout8.xml"/>
</Relationships>
</file>

<file path=ppt/slideMasters/_rels/slideMaster9.xml.rels><?xml version="1.0" encoding="UTF-8"?>
<Relationships xmlns="http://schemas.openxmlformats.org/package/2006/relationships"><Relationship Id="rId1" Type="http://schemas.openxmlformats.org/officeDocument/2006/relationships/theme" Target="../theme/theme9.xml"/><Relationship Id="rId2" Type="http://schemas.openxmlformats.org/officeDocument/2006/relationships/image" Target="../media/image8.jpeg"/><Relationship Id="rId3" Type="http://schemas.openxmlformats.org/officeDocument/2006/relationships/slideLayout" Target="../slideLayouts/slideLayout9.xml"/>
</Relationships>
</file>

<file path=ppt/slideMasters/_rels/slideMaster10.xml.rels><?xml version="1.0" encoding="UTF-8"?>
<Relationships xmlns="http://schemas.openxmlformats.org/package/2006/relationships"><Relationship Id="rId1" Type="http://schemas.openxmlformats.org/officeDocument/2006/relationships/theme" Target="../theme/theme10.xml"/><Relationship Id="rId2" Type="http://schemas.openxmlformats.org/officeDocument/2006/relationships/image" Target="../media/image9.jpeg"/><Relationship Id="rId3" Type="http://schemas.openxmlformats.org/officeDocument/2006/relationships/slideLayout" Target="../slideLayouts/slideLayout10.xml"/>
</Relationships>
</file>

<file path=ppt/slideMasters/_rels/slideMaster11.xml.rels><?xml version="1.0" encoding="UTF-8"?>
<Relationships xmlns="http://schemas.openxmlformats.org/package/2006/relationships"><Relationship Id="rId1" Type="http://schemas.openxmlformats.org/officeDocument/2006/relationships/theme" Target="../theme/theme11.xml"/><Relationship Id="rId2" Type="http://schemas.openxmlformats.org/officeDocument/2006/relationships/image" Target="../media/image10.jpeg"/><Relationship Id="rId3" Type="http://schemas.openxmlformats.org/officeDocument/2006/relationships/slideLayout" Target="../slideLayouts/slideLayout11.xml"/>
</Relationships>
</file>

<file path=ppt/slideMasters/_rels/slideMaster12.xml.rels><?xml version="1.0" encoding="UTF-8"?>
<Relationships xmlns="http://schemas.openxmlformats.org/package/2006/relationships"><Relationship Id="rId1" Type="http://schemas.openxmlformats.org/officeDocument/2006/relationships/theme" Target="../theme/theme12.xml"/><Relationship Id="rId2" Type="http://schemas.openxmlformats.org/officeDocument/2006/relationships/image" Target="../media/image1.jpeg"/><Relationship Id="rId3" Type="http://schemas.openxmlformats.org/officeDocument/2006/relationships/slideLayout" Target="../slideLayouts/slideLayout12.xml"/>
</Relationships>
</file>

<file path=ppt/slideMasters/_rels/slideMaster13.xml.rels><?xml version="1.0" encoding="UTF-8"?>
<Relationships xmlns="http://schemas.openxmlformats.org/package/2006/relationships"><Relationship Id="rId1" Type="http://schemas.openxmlformats.org/officeDocument/2006/relationships/theme" Target="../theme/theme13.xml"/><Relationship Id="rId2" Type="http://schemas.openxmlformats.org/officeDocument/2006/relationships/image" Target="../media/image11.jpeg"/><Relationship Id="rId3" Type="http://schemas.openxmlformats.org/officeDocument/2006/relationships/slideLayout" Target="../slideLayouts/slideLayout13.xml"/>
</Relationships>
</file>

<file path=ppt/slideMasters/_rels/slideMaster14.xml.rels><?xml version="1.0" encoding="UTF-8"?>
<Relationships xmlns="http://schemas.openxmlformats.org/package/2006/relationships"><Relationship Id="rId1" Type="http://schemas.openxmlformats.org/officeDocument/2006/relationships/theme" Target="../theme/theme14.xml"/><Relationship Id="rId2" Type="http://schemas.openxmlformats.org/officeDocument/2006/relationships/image" Target="../media/image9.jpeg"/><Relationship Id="rId3" Type="http://schemas.openxmlformats.org/officeDocument/2006/relationships/slideLayout" Target="../slideLayouts/slideLayout14.xml"/>
</Relationships>
</file>

<file path=ppt/slideMasters/_rels/slideMaster15.xml.rels><?xml version="1.0" encoding="UTF-8"?>
<Relationships xmlns="http://schemas.openxmlformats.org/package/2006/relationships"><Relationship Id="rId1" Type="http://schemas.openxmlformats.org/officeDocument/2006/relationships/theme" Target="../theme/theme15.xml"/><Relationship Id="rId2" Type="http://schemas.openxmlformats.org/officeDocument/2006/relationships/image" Target="../media/image9.jpeg"/><Relationship Id="rId3" Type="http://schemas.openxmlformats.org/officeDocument/2006/relationships/slideLayout" Target="../slideLayouts/slideLayout15.xml"/>
</Relationships>
</file>

<file path=ppt/slideMasters/_rels/slideMaster16.xml.rels><?xml version="1.0" encoding="UTF-8"?>
<Relationships xmlns="http://schemas.openxmlformats.org/package/2006/relationships"><Relationship Id="rId1" Type="http://schemas.openxmlformats.org/officeDocument/2006/relationships/theme" Target="../theme/theme16.xml"/><Relationship Id="rId2" Type="http://schemas.openxmlformats.org/officeDocument/2006/relationships/image" Target="../media/image1.jpeg"/><Relationship Id="rId3" Type="http://schemas.openxmlformats.org/officeDocument/2006/relationships/slideLayout" Target="../slideLayouts/slideLayout16.xml"/>
</Relationships>
</file>

<file path=ppt/slideMasters/_rels/slideMaster17.xml.rels><?xml version="1.0" encoding="UTF-8"?>
<Relationships xmlns="http://schemas.openxmlformats.org/package/2006/relationships"><Relationship Id="rId1" Type="http://schemas.openxmlformats.org/officeDocument/2006/relationships/theme" Target="../theme/theme17.xml"/><Relationship Id="rId2" Type="http://schemas.openxmlformats.org/officeDocument/2006/relationships/image" Target="../media/image12.jpeg"/><Relationship Id="rId3" Type="http://schemas.openxmlformats.org/officeDocument/2006/relationships/slideLayout" Target="../slideLayouts/slideLayout17.xml"/>
</Relationships>
</file>

<file path=ppt/slideMasters/_rels/slideMaster18.xml.rels><?xml version="1.0" encoding="UTF-8"?>
<Relationships xmlns="http://schemas.openxmlformats.org/package/2006/relationships"><Relationship Id="rId1" Type="http://schemas.openxmlformats.org/officeDocument/2006/relationships/theme" Target="../theme/theme18.xml"/><Relationship Id="rId2" Type="http://schemas.openxmlformats.org/officeDocument/2006/relationships/image" Target="../media/image13.jpeg"/><Relationship Id="rId3" Type="http://schemas.openxmlformats.org/officeDocument/2006/relationships/slideLayout" Target="../slideLayouts/slideLayout18.xml"/>
</Relationships>
</file>

<file path=ppt/slideMasters/_rels/slideMaster19.xml.rels><?xml version="1.0" encoding="UTF-8"?>
<Relationships xmlns="http://schemas.openxmlformats.org/package/2006/relationships"><Relationship Id="rId1" Type="http://schemas.openxmlformats.org/officeDocument/2006/relationships/theme" Target="../theme/theme19.xml"/><Relationship Id="rId2" Type="http://schemas.openxmlformats.org/officeDocument/2006/relationships/image" Target="../media/image14.jpeg"/><Relationship Id="rId3" Type="http://schemas.openxmlformats.org/officeDocument/2006/relationships/slideLayout" Target="../slideLayouts/slideLayout19.xml"/>
</Relationships>
</file>

<file path=ppt/slideMasters/_rels/slideMaster20.xml.rels><?xml version="1.0" encoding="UTF-8"?>
<Relationships xmlns="http://schemas.openxmlformats.org/package/2006/relationships"><Relationship Id="rId1" Type="http://schemas.openxmlformats.org/officeDocument/2006/relationships/theme" Target="../theme/theme20.xml"/><Relationship Id="rId2" Type="http://schemas.openxmlformats.org/officeDocument/2006/relationships/image" Target="../media/image15.jpeg"/><Relationship Id="rId3" Type="http://schemas.openxmlformats.org/officeDocument/2006/relationships/slideLayout" Target="../slideLayouts/slideLayout20.xml"/>
</Relationships>
</file>

<file path=ppt/slideMasters/_rels/slideMaster21.xml.rels><?xml version="1.0" encoding="UTF-8"?>
<Relationships xmlns="http://schemas.openxmlformats.org/package/2006/relationships"><Relationship Id="rId1" Type="http://schemas.openxmlformats.org/officeDocument/2006/relationships/theme" Target="../theme/theme21.xml"/><Relationship Id="rId2" Type="http://schemas.openxmlformats.org/officeDocument/2006/relationships/image" Target="../media/image15.jpeg"/><Relationship Id="rId3" Type="http://schemas.openxmlformats.org/officeDocument/2006/relationships/slideLayout" Target="../slideLayouts/slideLayout21.xml"/>
</Relationships>
</file>

<file path=ppt/slideMasters/_rels/slideMaster22.xml.rels><?xml version="1.0" encoding="UTF-8"?>
<Relationships xmlns="http://schemas.openxmlformats.org/package/2006/relationships"><Relationship Id="rId1" Type="http://schemas.openxmlformats.org/officeDocument/2006/relationships/theme" Target="../theme/theme22.xml"/><Relationship Id="rId2" Type="http://schemas.openxmlformats.org/officeDocument/2006/relationships/image" Target="../media/image15.jpeg"/><Relationship Id="rId3" Type="http://schemas.openxmlformats.org/officeDocument/2006/relationships/slideLayout" Target="../slideLayouts/slideLayout22.xml"/>
</Relationships>
</file>

<file path=ppt/slideMasters/_rels/slideMaster23.xml.rels><?xml version="1.0" encoding="UTF-8"?>
<Relationships xmlns="http://schemas.openxmlformats.org/package/2006/relationships"><Relationship Id="rId1" Type="http://schemas.openxmlformats.org/officeDocument/2006/relationships/theme" Target="../theme/theme23.xml"/><Relationship Id="rId2" Type="http://schemas.openxmlformats.org/officeDocument/2006/relationships/image" Target="../media/image15.jpeg"/><Relationship Id="rId3" Type="http://schemas.openxmlformats.org/officeDocument/2006/relationships/slideLayout" Target="../slideLayouts/slideLayout23.xml"/>
</Relationships>
</file>

<file path=ppt/slideMasters/_rels/slideMaster24.xml.rels><?xml version="1.0" encoding="UTF-8"?>
<Relationships xmlns="http://schemas.openxmlformats.org/package/2006/relationships"><Relationship Id="rId1" Type="http://schemas.openxmlformats.org/officeDocument/2006/relationships/theme" Target="../theme/theme24.xml"/><Relationship Id="rId2" Type="http://schemas.openxmlformats.org/officeDocument/2006/relationships/image" Target="../media/image16.jpeg"/><Relationship Id="rId3" Type="http://schemas.openxmlformats.org/officeDocument/2006/relationships/slideLayout" Target="../slideLayouts/slideLayout24.xml"/>
</Relationships>
</file>

<file path=ppt/slideMasters/_rels/slideMaster25.xml.rels><?xml version="1.0" encoding="UTF-8"?>
<Relationships xmlns="http://schemas.openxmlformats.org/package/2006/relationships"><Relationship Id="rId1" Type="http://schemas.openxmlformats.org/officeDocument/2006/relationships/theme" Target="../theme/theme25.xml"/><Relationship Id="rId2" Type="http://schemas.openxmlformats.org/officeDocument/2006/relationships/image" Target="../media/image17.jpeg"/><Relationship Id="rId3" Type="http://schemas.openxmlformats.org/officeDocument/2006/relationships/slideLayout" Target="../slideLayouts/slideLayout25.xml"/>
</Relationships>
</file>

<file path=ppt/slideMasters/_rels/slideMaster26.xml.rels><?xml version="1.0" encoding="UTF-8"?>
<Relationships xmlns="http://schemas.openxmlformats.org/package/2006/relationships"><Relationship Id="rId1" Type="http://schemas.openxmlformats.org/officeDocument/2006/relationships/theme" Target="../theme/theme26.xml"/><Relationship Id="rId2" Type="http://schemas.openxmlformats.org/officeDocument/2006/relationships/image" Target="../media/image18.jpeg"/><Relationship Id="rId3" Type="http://schemas.openxmlformats.org/officeDocument/2006/relationships/slideLayout" Target="../slideLayouts/slideLayout26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2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TextBox 3"/>
          <p:cNvSpPr/>
          <p:nvPr/>
        </p:nvSpPr>
        <p:spPr>
          <a:xfrm>
            <a:off x="-865080" y="4593240"/>
            <a:ext cx="180720" cy="406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" name="TextBox 4"/>
          <p:cNvSpPr/>
          <p:nvPr/>
        </p:nvSpPr>
        <p:spPr>
          <a:xfrm>
            <a:off x="-865080" y="4593240"/>
            <a:ext cx="180720" cy="406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2" name="TextBox 6"/>
          <p:cNvSpPr/>
          <p:nvPr/>
        </p:nvSpPr>
        <p:spPr>
          <a:xfrm>
            <a:off x="5098320" y="544320"/>
            <a:ext cx="180720" cy="406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" name="TextBox 7"/>
          <p:cNvSpPr/>
          <p:nvPr/>
        </p:nvSpPr>
        <p:spPr>
          <a:xfrm>
            <a:off x="5910840" y="474480"/>
            <a:ext cx="180720" cy="406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4" name="TextBox 1"/>
          <p:cNvSpPr/>
          <p:nvPr/>
        </p:nvSpPr>
        <p:spPr>
          <a:xfrm>
            <a:off x="5098320" y="544320"/>
            <a:ext cx="180720" cy="406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5" name="TextBox 2"/>
          <p:cNvSpPr/>
          <p:nvPr/>
        </p:nvSpPr>
        <p:spPr>
          <a:xfrm>
            <a:off x="5910840" y="474480"/>
            <a:ext cx="180720" cy="406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6" name="PlaceHolder 1"/>
          <p:cNvSpPr>
            <a:spLocks noGrp="1"/>
          </p:cNvSpPr>
          <p:nvPr>
            <p:ph type="title"/>
          </p:nvPr>
        </p:nvSpPr>
        <p:spPr>
          <a:xfrm>
            <a:off x="457200" y="227880"/>
            <a:ext cx="8229240" cy="954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0" lang="ru-RU" sz="4400" spc="-1" strike="noStrike">
                <a:solidFill>
                  <a:srgbClr val="000000"/>
                </a:solidFill>
                <a:latin typeface="Arial"/>
              </a:rPr>
              <a:t>Для правки текста </a:t>
            </a:r>
            <a:r>
              <a:rPr b="0" lang="ru-RU" sz="4400" spc="-1" strike="noStrike">
                <a:solidFill>
                  <a:srgbClr val="000000"/>
                </a:solidFill>
                <a:latin typeface="Arial"/>
              </a:rPr>
              <a:t>заглавия щёлкните </a:t>
            </a:r>
            <a:r>
              <a:rPr b="0" lang="ru-RU" sz="4400" spc="-1" strike="noStrike">
                <a:solidFill>
                  <a:srgbClr val="000000"/>
                </a:solidFill>
                <a:latin typeface="Arial"/>
              </a:rPr>
              <a:t>мышью</a:t>
            </a:r>
            <a:endParaRPr b="0" lang="ru-RU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" name="PlaceHolder 2"/>
          <p:cNvSpPr>
            <a:spLocks noGrp="1"/>
          </p:cNvSpPr>
          <p:nvPr>
            <p:ph type="body"/>
          </p:nvPr>
        </p:nvSpPr>
        <p:spPr>
          <a:xfrm>
            <a:off x="457200" y="1337040"/>
            <a:ext cx="8229240" cy="3314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3200" spc="-1" strike="noStrike">
                <a:solidFill>
                  <a:srgbClr val="000000"/>
                </a:solidFill>
                <a:latin typeface="Arial"/>
              </a:rPr>
              <a:t>Для правки структуры щёлкните </a:t>
            </a:r>
            <a:r>
              <a:rPr b="0" lang="ru-RU" sz="3200" spc="-1" strike="noStrike">
                <a:solidFill>
                  <a:srgbClr val="000000"/>
                </a:solidFill>
                <a:latin typeface="Arial"/>
              </a:rPr>
              <a:t>мышью</a:t>
            </a:r>
            <a:endParaRPr b="0" lang="ru-RU" sz="32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2800" spc="-1" strike="noStrike">
                <a:solidFill>
                  <a:srgbClr val="000000"/>
                </a:solidFill>
                <a:latin typeface="Arial"/>
              </a:rPr>
              <a:t>Второй уровень структуры</a:t>
            </a:r>
            <a:endParaRPr b="0" lang="ru-RU" sz="2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2400" spc="-1" strike="noStrike">
                <a:solidFill>
                  <a:srgbClr val="000000"/>
                </a:solidFill>
                <a:latin typeface="Arial"/>
              </a:rPr>
              <a:t>Третий уровень структуры</a:t>
            </a:r>
            <a:endParaRPr b="0" lang="ru-RU" sz="24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2000" spc="-1" strike="noStrike">
                <a:solidFill>
                  <a:srgbClr val="000000"/>
                </a:solidFill>
                <a:latin typeface="Arial"/>
              </a:rPr>
              <a:t>Четвёртый уровень структуры</a:t>
            </a:r>
            <a:endParaRPr b="0" lang="ru-RU" sz="20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2000" spc="-1" strike="noStrike">
                <a:solidFill>
                  <a:srgbClr val="000000"/>
                </a:solidFill>
                <a:latin typeface="Arial"/>
              </a:rPr>
              <a:t>Пятый уровень структуры</a:t>
            </a:r>
            <a:endParaRPr b="0" lang="ru-RU" sz="20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2000" spc="-1" strike="noStrike">
                <a:solidFill>
                  <a:srgbClr val="000000"/>
                </a:solidFill>
                <a:latin typeface="Arial"/>
              </a:rPr>
              <a:t>Шестой уровень структуры</a:t>
            </a:r>
            <a:endParaRPr b="0" lang="ru-RU" sz="20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2000" spc="-1" strike="noStrike">
                <a:solidFill>
                  <a:srgbClr val="000000"/>
                </a:solidFill>
                <a:latin typeface="Arial"/>
              </a:rPr>
              <a:t>Седьмой уровень структуры</a:t>
            </a:r>
            <a:endParaRPr b="0" lang="ru-RU" sz="2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3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2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3"/>
          <p:cNvSpPr/>
          <p:nvPr/>
        </p:nvSpPr>
        <p:spPr>
          <a:xfrm>
            <a:off x="-865080" y="4593240"/>
            <a:ext cx="180720" cy="406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9" name="TextBox 4"/>
          <p:cNvSpPr/>
          <p:nvPr/>
        </p:nvSpPr>
        <p:spPr>
          <a:xfrm>
            <a:off x="-865080" y="4593240"/>
            <a:ext cx="180720" cy="406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0" name="PlaceHolder 1"/>
          <p:cNvSpPr>
            <a:spLocks noGrp="1"/>
          </p:cNvSpPr>
          <p:nvPr>
            <p:ph type="title"/>
          </p:nvPr>
        </p:nvSpPr>
        <p:spPr>
          <a:xfrm>
            <a:off x="457200" y="227880"/>
            <a:ext cx="8229240" cy="954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0" lang="ru-RU" sz="4400" spc="-1" strike="noStrike">
                <a:solidFill>
                  <a:srgbClr val="000000"/>
                </a:solidFill>
                <a:latin typeface="Arial"/>
              </a:rPr>
              <a:t>Для правки </a:t>
            </a:r>
            <a:r>
              <a:rPr b="0" lang="ru-RU" sz="4400" spc="-1" strike="noStrike">
                <a:solidFill>
                  <a:srgbClr val="000000"/>
                </a:solidFill>
                <a:latin typeface="Arial"/>
              </a:rPr>
              <a:t>текста </a:t>
            </a:r>
            <a:r>
              <a:rPr b="0" lang="ru-RU" sz="4400" spc="-1" strike="noStrike">
                <a:solidFill>
                  <a:srgbClr val="000000"/>
                </a:solidFill>
                <a:latin typeface="Arial"/>
              </a:rPr>
              <a:t>заглавия </a:t>
            </a:r>
            <a:r>
              <a:rPr b="0" lang="ru-RU" sz="4400" spc="-1" strike="noStrike">
                <a:solidFill>
                  <a:srgbClr val="000000"/>
                </a:solidFill>
                <a:latin typeface="Arial"/>
              </a:rPr>
              <a:t>щёлкните </a:t>
            </a:r>
            <a:r>
              <a:rPr b="0" lang="ru-RU" sz="4400" spc="-1" strike="noStrike">
                <a:solidFill>
                  <a:srgbClr val="000000"/>
                </a:solidFill>
                <a:latin typeface="Arial"/>
              </a:rPr>
              <a:t>мышью</a:t>
            </a:r>
            <a:endParaRPr b="0" lang="ru-RU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" name="PlaceHolder 2"/>
          <p:cNvSpPr>
            <a:spLocks noGrp="1"/>
          </p:cNvSpPr>
          <p:nvPr>
            <p:ph type="body"/>
          </p:nvPr>
        </p:nvSpPr>
        <p:spPr>
          <a:xfrm>
            <a:off x="457200" y="1337040"/>
            <a:ext cx="8229240" cy="3314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3200" spc="-1" strike="noStrike">
                <a:solidFill>
                  <a:srgbClr val="000000"/>
                </a:solidFill>
                <a:latin typeface="Arial"/>
              </a:rPr>
              <a:t>Для правки структуры щёлкните мышью</a:t>
            </a:r>
            <a:endParaRPr b="0" lang="ru-RU" sz="32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2800" spc="-1" strike="noStrike">
                <a:solidFill>
                  <a:srgbClr val="000000"/>
                </a:solidFill>
                <a:latin typeface="Arial"/>
              </a:rPr>
              <a:t>Второй уровень структуры</a:t>
            </a:r>
            <a:endParaRPr b="0" lang="ru-RU" sz="2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2400" spc="-1" strike="noStrike">
                <a:solidFill>
                  <a:srgbClr val="000000"/>
                </a:solidFill>
                <a:latin typeface="Arial"/>
              </a:rPr>
              <a:t>Третий уровень структуры</a:t>
            </a:r>
            <a:endParaRPr b="0" lang="ru-RU" sz="24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2000" spc="-1" strike="noStrike">
                <a:solidFill>
                  <a:srgbClr val="000000"/>
                </a:solidFill>
                <a:latin typeface="Arial"/>
              </a:rPr>
              <a:t>Четвёртый уровень структуры</a:t>
            </a:r>
            <a:endParaRPr b="0" lang="ru-RU" sz="20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2000" spc="-1" strike="noStrike">
                <a:solidFill>
                  <a:srgbClr val="000000"/>
                </a:solidFill>
                <a:latin typeface="Arial"/>
              </a:rPr>
              <a:t>Пятый уровень структуры</a:t>
            </a:r>
            <a:endParaRPr b="0" lang="ru-RU" sz="20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2000" spc="-1" strike="noStrike">
                <a:solidFill>
                  <a:srgbClr val="000000"/>
                </a:solidFill>
                <a:latin typeface="Arial"/>
              </a:rPr>
              <a:t>Шестой уровень структуры</a:t>
            </a:r>
            <a:endParaRPr b="0" lang="ru-RU" sz="20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2000" spc="-1" strike="noStrike">
                <a:solidFill>
                  <a:srgbClr val="000000"/>
                </a:solidFill>
                <a:latin typeface="Arial"/>
              </a:rPr>
              <a:t>Седьмой уровень структуры</a:t>
            </a:r>
            <a:endParaRPr b="0" lang="ru-RU" sz="2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1" r:id="rId3"/>
  </p:sldLayoutIdLst>
</p:sldMaster>
</file>

<file path=ppt/slideMasters/slideMaster3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2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Box 3"/>
          <p:cNvSpPr/>
          <p:nvPr/>
        </p:nvSpPr>
        <p:spPr>
          <a:xfrm>
            <a:off x="-865080" y="4593240"/>
            <a:ext cx="180720" cy="406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3" name="TextBox 4"/>
          <p:cNvSpPr/>
          <p:nvPr/>
        </p:nvSpPr>
        <p:spPr>
          <a:xfrm>
            <a:off x="-865080" y="4593240"/>
            <a:ext cx="180720" cy="406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457200" y="79920"/>
            <a:ext cx="8228520" cy="1249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Для правки текста заглавия </a:t>
            </a:r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щёлкните мышью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" name="PlaceHolder 2"/>
          <p:cNvSpPr>
            <a:spLocks noGrp="1"/>
          </p:cNvSpPr>
          <p:nvPr>
            <p:ph type="body"/>
          </p:nvPr>
        </p:nvSpPr>
        <p:spPr>
          <a:xfrm>
            <a:off x="457200" y="1337040"/>
            <a:ext cx="8228520" cy="3313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Для правки структуры щёлкните мышью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Второй уровень структуры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Третий уровень структуры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Четвёртый уровень структуры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Пятый уровень структуры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Шестой уровень структуры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Седьмой уровень структуры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3" r:id="rId3"/>
  </p:sldLayoutIdLst>
</p:sldMaster>
</file>

<file path=ppt/slideMasters/slideMaster4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2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TextBox 3"/>
          <p:cNvSpPr/>
          <p:nvPr/>
        </p:nvSpPr>
        <p:spPr>
          <a:xfrm>
            <a:off x="-865080" y="4593240"/>
            <a:ext cx="180720" cy="406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9" name="TextBox 4"/>
          <p:cNvSpPr/>
          <p:nvPr/>
        </p:nvSpPr>
        <p:spPr>
          <a:xfrm>
            <a:off x="-865080" y="4593240"/>
            <a:ext cx="180720" cy="406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5" r:id="rId3"/>
  </p:sldLayoutIdLst>
</p:sldMaster>
</file>

<file path=ppt/slideMasters/slideMaster5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2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extBox 3"/>
          <p:cNvSpPr/>
          <p:nvPr/>
        </p:nvSpPr>
        <p:spPr>
          <a:xfrm>
            <a:off x="-865080" y="4593240"/>
            <a:ext cx="180720" cy="406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21" name="TextBox 4"/>
          <p:cNvSpPr/>
          <p:nvPr/>
        </p:nvSpPr>
        <p:spPr>
          <a:xfrm>
            <a:off x="-865080" y="4593240"/>
            <a:ext cx="180720" cy="406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7" r:id="rId3"/>
  </p:sldLayoutIdLst>
</p:sldMaster>
</file>

<file path=ppt/slideMasters/slideMaster6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2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TextBox 3"/>
          <p:cNvSpPr/>
          <p:nvPr/>
        </p:nvSpPr>
        <p:spPr>
          <a:xfrm>
            <a:off x="-865080" y="4593240"/>
            <a:ext cx="180720" cy="406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23" name="TextBox 4"/>
          <p:cNvSpPr/>
          <p:nvPr/>
        </p:nvSpPr>
        <p:spPr>
          <a:xfrm>
            <a:off x="-865080" y="4593240"/>
            <a:ext cx="180720" cy="406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9" r:id="rId3"/>
  </p:sldLayoutIdLst>
</p:sldMaster>
</file>

<file path=ppt/slideMasters/slideMaster7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2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TextBox 3"/>
          <p:cNvSpPr/>
          <p:nvPr/>
        </p:nvSpPr>
        <p:spPr>
          <a:xfrm>
            <a:off x="-865080" y="4593240"/>
            <a:ext cx="180720" cy="406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25" name="TextBox 4"/>
          <p:cNvSpPr/>
          <p:nvPr/>
        </p:nvSpPr>
        <p:spPr>
          <a:xfrm>
            <a:off x="-865080" y="4593240"/>
            <a:ext cx="180720" cy="406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1" r:id="rId3"/>
  </p:sldLayoutIdLst>
</p:sldMaster>
</file>

<file path=ppt/slideMasters/slideMaster8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2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TextBox 3"/>
          <p:cNvSpPr/>
          <p:nvPr/>
        </p:nvSpPr>
        <p:spPr>
          <a:xfrm>
            <a:off x="-865080" y="4593240"/>
            <a:ext cx="180720" cy="406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27" name="TextBox 4"/>
          <p:cNvSpPr/>
          <p:nvPr/>
        </p:nvSpPr>
        <p:spPr>
          <a:xfrm>
            <a:off x="-865080" y="4593240"/>
            <a:ext cx="180720" cy="406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3" r:id="rId3"/>
  </p:sldLayoutIdLst>
</p:sldMaster>
</file>

<file path=ppt/slideMasters/slideMaster9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2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TextBox 3"/>
          <p:cNvSpPr/>
          <p:nvPr/>
        </p:nvSpPr>
        <p:spPr>
          <a:xfrm>
            <a:off x="-865080" y="4593240"/>
            <a:ext cx="180720" cy="406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29" name="TextBox 4"/>
          <p:cNvSpPr/>
          <p:nvPr/>
        </p:nvSpPr>
        <p:spPr>
          <a:xfrm>
            <a:off x="-865080" y="4593240"/>
            <a:ext cx="180720" cy="406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5" r:id="rId3"/>
  </p:sldLayoutIdLst>
</p:sldMaster>
</file>

<file path=ppt/slideMasters/slideMaster10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2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extBox 3"/>
          <p:cNvSpPr/>
          <p:nvPr/>
        </p:nvSpPr>
        <p:spPr>
          <a:xfrm>
            <a:off x="-865080" y="4593240"/>
            <a:ext cx="180720" cy="406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1" name="TextBox 4"/>
          <p:cNvSpPr/>
          <p:nvPr/>
        </p:nvSpPr>
        <p:spPr>
          <a:xfrm>
            <a:off x="-865080" y="4593240"/>
            <a:ext cx="180720" cy="406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7" r:id="rId3"/>
  </p:sldLayoutIdLst>
</p:sldMaster>
</file>

<file path=ppt/slideMasters/slideMaster1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2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TextBox 3"/>
          <p:cNvSpPr/>
          <p:nvPr/>
        </p:nvSpPr>
        <p:spPr>
          <a:xfrm>
            <a:off x="-865080" y="4593240"/>
            <a:ext cx="180720" cy="406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3" name="TextBox 4"/>
          <p:cNvSpPr/>
          <p:nvPr/>
        </p:nvSpPr>
        <p:spPr>
          <a:xfrm>
            <a:off x="-865080" y="4593240"/>
            <a:ext cx="180720" cy="406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9" r:id="rId3"/>
  </p:sldLayoutIdLst>
</p:sldMaster>
</file>

<file path=ppt/slideMasters/slideMaster1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2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TextBox 3"/>
          <p:cNvSpPr/>
          <p:nvPr/>
        </p:nvSpPr>
        <p:spPr>
          <a:xfrm>
            <a:off x="-865080" y="4593240"/>
            <a:ext cx="180720" cy="406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5" name="TextBox 4"/>
          <p:cNvSpPr/>
          <p:nvPr/>
        </p:nvSpPr>
        <p:spPr>
          <a:xfrm>
            <a:off x="-865080" y="4593240"/>
            <a:ext cx="180720" cy="406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71" r:id="rId3"/>
  </p:sldLayoutIdLst>
</p:sldMaster>
</file>

<file path=ppt/slideMasters/slideMaster13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2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TextBox 3"/>
          <p:cNvSpPr/>
          <p:nvPr/>
        </p:nvSpPr>
        <p:spPr>
          <a:xfrm>
            <a:off x="-865080" y="4593240"/>
            <a:ext cx="180720" cy="406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7" name="TextBox 4"/>
          <p:cNvSpPr/>
          <p:nvPr/>
        </p:nvSpPr>
        <p:spPr>
          <a:xfrm>
            <a:off x="-865080" y="4593240"/>
            <a:ext cx="180720" cy="406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73" r:id="rId3"/>
  </p:sldLayoutIdLst>
</p:sldMaster>
</file>

<file path=ppt/slideMasters/slideMaster14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2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TextBox 3"/>
          <p:cNvSpPr/>
          <p:nvPr/>
        </p:nvSpPr>
        <p:spPr>
          <a:xfrm>
            <a:off x="-865080" y="4593240"/>
            <a:ext cx="180720" cy="406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9" name="TextBox 4"/>
          <p:cNvSpPr/>
          <p:nvPr/>
        </p:nvSpPr>
        <p:spPr>
          <a:xfrm>
            <a:off x="-865080" y="4593240"/>
            <a:ext cx="180720" cy="406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75" r:id="rId3"/>
  </p:sldLayoutIdLst>
</p:sldMaster>
</file>

<file path=ppt/slideMasters/slideMaster15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2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TextBox 3"/>
          <p:cNvSpPr/>
          <p:nvPr/>
        </p:nvSpPr>
        <p:spPr>
          <a:xfrm>
            <a:off x="-865080" y="4593240"/>
            <a:ext cx="180720" cy="406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41" name="TextBox 4"/>
          <p:cNvSpPr/>
          <p:nvPr/>
        </p:nvSpPr>
        <p:spPr>
          <a:xfrm>
            <a:off x="-865080" y="4593240"/>
            <a:ext cx="180720" cy="406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77" r:id="rId3"/>
  </p:sldLayoutIdLst>
</p:sldMaster>
</file>

<file path=ppt/slideMasters/slideMaster16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2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TextBox 3"/>
          <p:cNvSpPr/>
          <p:nvPr/>
        </p:nvSpPr>
        <p:spPr>
          <a:xfrm>
            <a:off x="-865080" y="4593240"/>
            <a:ext cx="180720" cy="406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43" name="TextBox 4"/>
          <p:cNvSpPr/>
          <p:nvPr/>
        </p:nvSpPr>
        <p:spPr>
          <a:xfrm>
            <a:off x="-865080" y="4593240"/>
            <a:ext cx="180720" cy="406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79" r:id="rId3"/>
  </p:sldLayoutIdLst>
</p:sldMaster>
</file>

<file path=ppt/slideMasters/slideMaster17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2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TextBox 3"/>
          <p:cNvSpPr/>
          <p:nvPr/>
        </p:nvSpPr>
        <p:spPr>
          <a:xfrm>
            <a:off x="-865080" y="4593240"/>
            <a:ext cx="180720" cy="406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45" name="TextBox 4"/>
          <p:cNvSpPr/>
          <p:nvPr/>
        </p:nvSpPr>
        <p:spPr>
          <a:xfrm>
            <a:off x="-865080" y="4593240"/>
            <a:ext cx="180720" cy="406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81" r:id="rId3"/>
  </p:sldLayoutIdLst>
</p:sldMaster>
</file>

<file path=ppt/slideMasters/slideMaster18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2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TextBox 3"/>
          <p:cNvSpPr/>
          <p:nvPr/>
        </p:nvSpPr>
        <p:spPr>
          <a:xfrm>
            <a:off x="-865080" y="4593240"/>
            <a:ext cx="180720" cy="406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47" name="TextBox 4"/>
          <p:cNvSpPr/>
          <p:nvPr/>
        </p:nvSpPr>
        <p:spPr>
          <a:xfrm>
            <a:off x="-865080" y="4593240"/>
            <a:ext cx="180720" cy="406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83" r:id="rId3"/>
  </p:sldLayoutIdLst>
</p:sldMaster>
</file>

<file path=ppt/slideMasters/slideMaster19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2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TextBox 3"/>
          <p:cNvSpPr/>
          <p:nvPr/>
        </p:nvSpPr>
        <p:spPr>
          <a:xfrm>
            <a:off x="-865080" y="4593240"/>
            <a:ext cx="180720" cy="406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49" name="TextBox 4"/>
          <p:cNvSpPr/>
          <p:nvPr/>
        </p:nvSpPr>
        <p:spPr>
          <a:xfrm>
            <a:off x="-865080" y="4593240"/>
            <a:ext cx="180720" cy="406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85" r:id="rId3"/>
  </p:sldLayoutIdLst>
</p:sldMaster>
</file>

<file path=ppt/slideMasters/slideMaster20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2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TextBox 3"/>
          <p:cNvSpPr/>
          <p:nvPr/>
        </p:nvSpPr>
        <p:spPr>
          <a:xfrm>
            <a:off x="-865080" y="4593240"/>
            <a:ext cx="180720" cy="406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51" name="TextBox 4"/>
          <p:cNvSpPr/>
          <p:nvPr/>
        </p:nvSpPr>
        <p:spPr>
          <a:xfrm>
            <a:off x="-865080" y="4593240"/>
            <a:ext cx="180720" cy="406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87" r:id="rId3"/>
  </p:sldLayoutIdLst>
</p:sldMaster>
</file>

<file path=ppt/slideMasters/slideMaster2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2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TextBox 3"/>
          <p:cNvSpPr/>
          <p:nvPr/>
        </p:nvSpPr>
        <p:spPr>
          <a:xfrm>
            <a:off x="-865080" y="4593240"/>
            <a:ext cx="180720" cy="406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53" name="TextBox 4"/>
          <p:cNvSpPr/>
          <p:nvPr/>
        </p:nvSpPr>
        <p:spPr>
          <a:xfrm>
            <a:off x="-865080" y="4593240"/>
            <a:ext cx="180720" cy="406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54" name="PlaceHolder 1"/>
          <p:cNvSpPr>
            <a:spLocks noGrp="1"/>
          </p:cNvSpPr>
          <p:nvPr>
            <p:ph type="title"/>
          </p:nvPr>
        </p:nvSpPr>
        <p:spPr>
          <a:xfrm>
            <a:off x="457200" y="79920"/>
            <a:ext cx="8228520" cy="1249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Для правки текста заглавия </a:t>
            </a:r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щёлкните мышью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5" name="PlaceHolder 2"/>
          <p:cNvSpPr>
            <a:spLocks noGrp="1"/>
          </p:cNvSpPr>
          <p:nvPr>
            <p:ph type="body"/>
          </p:nvPr>
        </p:nvSpPr>
        <p:spPr>
          <a:xfrm>
            <a:off x="457200" y="1337040"/>
            <a:ext cx="8228520" cy="3313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Для правки структуры щёлкните мышью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Второй уровень структуры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Третий уровень структуры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Четвёртый уровень структуры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Пятый уровень структуры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Шестой уровень структуры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Седьмой уровень структуры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89" r:id="rId3"/>
  </p:sldLayoutIdLst>
</p:sldMaster>
</file>

<file path=ppt/slideMasters/slideMaster2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2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TextBox 3"/>
          <p:cNvSpPr/>
          <p:nvPr/>
        </p:nvSpPr>
        <p:spPr>
          <a:xfrm>
            <a:off x="-865080" y="4593240"/>
            <a:ext cx="180720" cy="406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59" name="TextBox 4"/>
          <p:cNvSpPr/>
          <p:nvPr/>
        </p:nvSpPr>
        <p:spPr>
          <a:xfrm>
            <a:off x="-865080" y="4593240"/>
            <a:ext cx="180720" cy="406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60" name="PlaceHolder 1"/>
          <p:cNvSpPr>
            <a:spLocks noGrp="1"/>
          </p:cNvSpPr>
          <p:nvPr>
            <p:ph type="title"/>
          </p:nvPr>
        </p:nvSpPr>
        <p:spPr>
          <a:xfrm>
            <a:off x="457200" y="79920"/>
            <a:ext cx="8228520" cy="1249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Для правки текста заглавия </a:t>
            </a:r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щёлкните мышью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1" name="PlaceHolder 2"/>
          <p:cNvSpPr>
            <a:spLocks noGrp="1"/>
          </p:cNvSpPr>
          <p:nvPr>
            <p:ph type="body"/>
          </p:nvPr>
        </p:nvSpPr>
        <p:spPr>
          <a:xfrm>
            <a:off x="457200" y="1337040"/>
            <a:ext cx="8228520" cy="3313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Для правки структуры щёлкните мышью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Второй уровень структуры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Третий уровень структуры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Четвёртый уровень структуры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Пятый уровень структуры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Шестой уровень структуры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Седьмой уровень структуры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91" r:id="rId3"/>
  </p:sldLayoutIdLst>
</p:sldMaster>
</file>

<file path=ppt/slideMasters/slideMaster23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2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TextBox 3"/>
          <p:cNvSpPr/>
          <p:nvPr/>
        </p:nvSpPr>
        <p:spPr>
          <a:xfrm>
            <a:off x="-865080" y="4593240"/>
            <a:ext cx="180720" cy="406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65" name="TextBox 4"/>
          <p:cNvSpPr/>
          <p:nvPr/>
        </p:nvSpPr>
        <p:spPr>
          <a:xfrm>
            <a:off x="-865080" y="4593240"/>
            <a:ext cx="180720" cy="406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93" r:id="rId3"/>
  </p:sldLayoutIdLst>
</p:sldMaster>
</file>

<file path=ppt/slideMasters/slideMaster24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2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TextBox 3"/>
          <p:cNvSpPr/>
          <p:nvPr/>
        </p:nvSpPr>
        <p:spPr>
          <a:xfrm>
            <a:off x="-865080" y="4593240"/>
            <a:ext cx="180720" cy="406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67" name="TextBox 4"/>
          <p:cNvSpPr/>
          <p:nvPr/>
        </p:nvSpPr>
        <p:spPr>
          <a:xfrm>
            <a:off x="-865080" y="4593240"/>
            <a:ext cx="180720" cy="406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95" r:id="rId3"/>
  </p:sldLayoutIdLst>
</p:sldMaster>
</file>

<file path=ppt/slideMasters/slideMaster25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2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TextBox 3"/>
          <p:cNvSpPr/>
          <p:nvPr/>
        </p:nvSpPr>
        <p:spPr>
          <a:xfrm>
            <a:off x="-865080" y="4593240"/>
            <a:ext cx="180720" cy="406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69" name="TextBox 4"/>
          <p:cNvSpPr/>
          <p:nvPr/>
        </p:nvSpPr>
        <p:spPr>
          <a:xfrm>
            <a:off x="-865080" y="4593240"/>
            <a:ext cx="180720" cy="406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97" r:id="rId3"/>
  </p:sldLayoutIdLst>
</p:sldMaster>
</file>

<file path=ppt/slideMasters/slideMaster26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2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TextBox 3"/>
          <p:cNvSpPr/>
          <p:nvPr/>
        </p:nvSpPr>
        <p:spPr>
          <a:xfrm>
            <a:off x="-865080" y="4593240"/>
            <a:ext cx="180720" cy="406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71" name="TextBox 4"/>
          <p:cNvSpPr/>
          <p:nvPr/>
        </p:nvSpPr>
        <p:spPr>
          <a:xfrm>
            <a:off x="-865080" y="4593240"/>
            <a:ext cx="180720" cy="406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99" r:id="rId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image" Target="../media/image19.jpeg"/><Relationship Id="rId2" Type="http://schemas.openxmlformats.org/officeDocument/2006/relationships/slideLayout" Target="../slideLayouts/slideLayout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image" Target="../media/image20.png"/><Relationship Id="rId2" Type="http://schemas.openxmlformats.org/officeDocument/2006/relationships/slideLayout" Target="../slideLayouts/slideLayout2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chart" Target="../charts/chart1.xml"/><Relationship Id="rId2" Type="http://schemas.openxmlformats.org/officeDocument/2006/relationships/chart" Target="../charts/chart2.xml"/><Relationship Id="rId3" Type="http://schemas.openxmlformats.org/officeDocument/2006/relationships/slideLayout" Target="../slideLayouts/slideLayout2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image" Target="../media/image21.png"/><Relationship Id="rId2" Type="http://schemas.openxmlformats.org/officeDocument/2006/relationships/slideLayout" Target="../slideLayouts/slideLayout2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image" Target="../media/image22.png"/><Relationship Id="rId2" Type="http://schemas.openxmlformats.org/officeDocument/2006/relationships/slideLayout" Target="../slideLayouts/slideLayout3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image" Target="../media/image23.png"/><Relationship Id="rId2" Type="http://schemas.openxmlformats.org/officeDocument/2006/relationships/image" Target="../media/image24.png"/><Relationship Id="rId3" Type="http://schemas.openxmlformats.org/officeDocument/2006/relationships/image" Target="../media/image25.png"/><Relationship Id="rId4" Type="http://schemas.openxmlformats.org/officeDocument/2006/relationships/slideLayout" Target="../slideLayouts/slideLayout3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image" Target="../media/image26.png"/><Relationship Id="rId2" Type="http://schemas.openxmlformats.org/officeDocument/2006/relationships/image" Target="../media/image27.png"/><Relationship Id="rId3" Type="http://schemas.openxmlformats.org/officeDocument/2006/relationships/image" Target="../media/image28.png"/><Relationship Id="rId4" Type="http://schemas.openxmlformats.org/officeDocument/2006/relationships/slideLayout" Target="../slideLayouts/slideLayout3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1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1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1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1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1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1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1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2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2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2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2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2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2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2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1.xml"/>
</Relationships>
</file>

<file path=ppt/slides/_rels/slide2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1.xml"/>
</Relationships>
</file>

<file path=ppt/slides/_rels/slide2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1.xml"/>
</Relationships>
</file>

<file path=ppt/slides/_rels/slide2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1.xml"/>
</Relationships>
</file>

<file path=ppt/slides/_rels/slide3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1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1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PlaceHolder 1"/>
          <p:cNvSpPr>
            <a:spLocks noGrp="1"/>
          </p:cNvSpPr>
          <p:nvPr>
            <p:ph type="title"/>
          </p:nvPr>
        </p:nvSpPr>
        <p:spPr>
          <a:xfrm>
            <a:off x="1371600" y="3080880"/>
            <a:ext cx="6396840" cy="7790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ru-RU" sz="4000" spc="-1" strike="noStrike">
                <a:solidFill>
                  <a:schemeClr val="lt1"/>
                </a:solidFill>
                <a:latin typeface="Golos Text DemiBold"/>
              </a:rPr>
              <a:t>Лекция 5. </a:t>
            </a:r>
            <a:r>
              <a:rPr b="1" lang="ru-RU" sz="4000" spc="-1" strike="noStrike">
                <a:solidFill>
                  <a:schemeClr val="lt1"/>
                </a:solidFill>
                <a:latin typeface="Golos Text DemiBold"/>
              </a:rPr>
              <a:t>Агентное </a:t>
            </a:r>
            <a:r>
              <a:rPr b="1" lang="ru-RU" sz="4000" spc="-1" strike="noStrike">
                <a:solidFill>
                  <a:schemeClr val="lt1"/>
                </a:solidFill>
                <a:latin typeface="Golos Text DemiBold"/>
              </a:rPr>
              <a:t>моделирован</a:t>
            </a:r>
            <a:r>
              <a:rPr b="1" lang="ru-RU" sz="4000" spc="-1" strike="noStrike">
                <a:solidFill>
                  <a:schemeClr val="lt1"/>
                </a:solidFill>
                <a:latin typeface="Golos Text DemiBold"/>
              </a:rPr>
              <a:t>ие СМО</a:t>
            </a:r>
            <a:endParaRPr b="0" lang="ru-RU" sz="40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PlaceHolder 1"/>
          <p:cNvSpPr>
            <a:spLocks noGrp="1"/>
          </p:cNvSpPr>
          <p:nvPr>
            <p:ph type="title"/>
          </p:nvPr>
        </p:nvSpPr>
        <p:spPr>
          <a:xfrm>
            <a:off x="457200" y="340200"/>
            <a:ext cx="6820560" cy="5821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rmAutofit/>
          </a:bodyPr>
          <a:p>
            <a:pPr indent="0" defTabSz="45720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RU" sz="3200" spc="-1" strike="noStrike">
                <a:solidFill>
                  <a:schemeClr val="lt1"/>
                </a:solidFill>
                <a:latin typeface="Golos Text DemiBold"/>
              </a:rPr>
              <a:t>СМО с </a:t>
            </a:r>
            <a:r>
              <a:rPr b="1" lang="en-RU" sz="3200" spc="-1" strike="noStrike">
                <a:solidFill>
                  <a:schemeClr val="lt1"/>
                </a:solidFill>
                <a:latin typeface="Golos Text DemiBold"/>
              </a:rPr>
              <a:t>приоритетами</a:t>
            </a:r>
            <a:endParaRPr b="0" lang="ru-RU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4" name=""/>
          <p:cNvSpPr/>
          <p:nvPr/>
        </p:nvSpPr>
        <p:spPr>
          <a:xfrm>
            <a:off x="2947320" y="1260000"/>
            <a:ext cx="5691240" cy="1634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spcBef>
                <a:spcPts val="57"/>
              </a:spcBef>
            </a:pPr>
            <a:r>
              <a:rPr b="1" lang="ru-RU" sz="1600" spc="-1" strike="noStrike">
                <a:solidFill>
                  <a:srgbClr val="000000"/>
                </a:solidFill>
                <a:latin typeface="Arial"/>
              </a:rPr>
              <a:t>Скорая помощь </a:t>
            </a:r>
            <a:endParaRPr b="0" lang="ru-RU" sz="16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spcBef>
                <a:spcPts val="57"/>
              </a:spcBef>
            </a:pPr>
            <a:r>
              <a:rPr b="1" lang="ru-RU" sz="1600" spc="-1" strike="noStrike">
                <a:solidFill>
                  <a:srgbClr val="000000"/>
                </a:solidFill>
                <a:latin typeface="Arial"/>
              </a:rPr>
              <a:t>Многоканальная СМО с приоритетами M/M/n/PRI</a:t>
            </a:r>
            <a:endParaRPr b="0" lang="ru-RU" sz="16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spcBef>
                <a:spcPts val="57"/>
              </a:spcBef>
            </a:pPr>
            <a:endParaRPr b="0" lang="ru-RU" sz="400" spc="-1" strike="noStrike">
              <a:solidFill>
                <a:srgbClr val="000000"/>
              </a:solidFill>
              <a:latin typeface="Arial"/>
            </a:endParaRPr>
          </a:p>
          <a:p>
            <a:pPr marL="216000" indent="-216000">
              <a:lnSpc>
                <a:spcPct val="100000"/>
              </a:lnSpc>
              <a:spcBef>
                <a:spcPts val="340"/>
              </a:spcBef>
              <a:spcAft>
                <a:spcPts val="142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300" spc="-1" strike="noStrike">
                <a:solidFill>
                  <a:srgbClr val="000000"/>
                </a:solidFill>
                <a:latin typeface="Arial"/>
                <a:ea typeface="Noto Sans CJK SC"/>
              </a:rPr>
              <a:t>Каналы: бригады (n = 3)</a:t>
            </a:r>
            <a:endParaRPr b="0" lang="ru-RU" sz="1300" spc="-1" strike="noStrike">
              <a:solidFill>
                <a:srgbClr val="000000"/>
              </a:solidFill>
              <a:latin typeface="Arial"/>
            </a:endParaRPr>
          </a:p>
          <a:p>
            <a:pPr marL="216000" indent="-216000">
              <a:lnSpc>
                <a:spcPct val="100000"/>
              </a:lnSpc>
              <a:spcBef>
                <a:spcPts val="340"/>
              </a:spcBef>
              <a:spcAft>
                <a:spcPts val="142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300" spc="-1" strike="noStrike">
                <a:solidFill>
                  <a:srgbClr val="000000"/>
                </a:solidFill>
                <a:latin typeface="Arial"/>
                <a:ea typeface="Noto Sans CJK SC"/>
              </a:rPr>
              <a:t>λ₁ = 2 экстренных вызова/час (высокий приоритет)</a:t>
            </a:r>
            <a:endParaRPr b="0" lang="ru-RU" sz="1300" spc="-1" strike="noStrike">
              <a:solidFill>
                <a:srgbClr val="000000"/>
              </a:solidFill>
              <a:latin typeface="Arial"/>
            </a:endParaRPr>
          </a:p>
          <a:p>
            <a:pPr marL="216000" indent="-216000">
              <a:lnSpc>
                <a:spcPct val="100000"/>
              </a:lnSpc>
              <a:spcBef>
                <a:spcPts val="340"/>
              </a:spcBef>
              <a:spcAft>
                <a:spcPts val="142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300" spc="-1" strike="noStrike">
                <a:solidFill>
                  <a:srgbClr val="000000"/>
                </a:solidFill>
                <a:latin typeface="Arial"/>
                <a:ea typeface="Noto Sans CJK SC"/>
              </a:rPr>
              <a:t>λ₂ = 5 обычных вызовов/час (низкий приоритет)</a:t>
            </a:r>
            <a:endParaRPr b="0" lang="ru-RU" sz="1300" spc="-1" strike="noStrike">
              <a:solidFill>
                <a:srgbClr val="000000"/>
              </a:solidFill>
              <a:latin typeface="Arial"/>
            </a:endParaRPr>
          </a:p>
          <a:p>
            <a:pPr marL="216000" indent="-216000">
              <a:lnSpc>
                <a:spcPct val="100000"/>
              </a:lnSpc>
              <a:spcBef>
                <a:spcPts val="340"/>
              </a:spcBef>
              <a:spcAft>
                <a:spcPts val="142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300" spc="-1" strike="noStrike">
                <a:solidFill>
                  <a:srgbClr val="000000"/>
                </a:solidFill>
                <a:latin typeface="Arial"/>
                <a:ea typeface="Noto Sans CJK SC"/>
              </a:rPr>
              <a:t>μ = 1 вызов/час на бригаду</a:t>
            </a:r>
            <a:endParaRPr b="0" lang="ru-RU" sz="1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spcBef>
                <a:spcPts val="57"/>
              </a:spcBef>
            </a:pP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5" name=""/>
          <p:cNvSpPr/>
          <p:nvPr/>
        </p:nvSpPr>
        <p:spPr>
          <a:xfrm>
            <a:off x="1440000" y="3139560"/>
            <a:ext cx="6118560" cy="2259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spcBef>
                <a:spcPts val="340"/>
              </a:spcBef>
              <a:spcAft>
                <a:spcPts val="142"/>
              </a:spcAft>
            </a:pPr>
            <a:r>
              <a:rPr b="1" lang="ru-RU" sz="1800" spc="-1" strike="noStrike">
                <a:solidFill>
                  <a:srgbClr val="000000"/>
                </a:solidFill>
                <a:latin typeface="Arial"/>
              </a:rPr>
              <a:t>Анализ эффективности: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 marL="216000" indent="-216000">
              <a:lnSpc>
                <a:spcPct val="100000"/>
              </a:lnSpc>
              <a:spcBef>
                <a:spcPts val="340"/>
              </a:spcBef>
              <a:spcAft>
                <a:spcPts val="142"/>
              </a:spcAft>
              <a:buClr>
                <a:srgbClr val="000000"/>
              </a:buClr>
              <a:buFont typeface="Symbol" charset="2"/>
              <a:buChar char=""/>
            </a:pPr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Среднее время ожидания для каждого приоритета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 marL="216000" indent="-216000">
              <a:lnSpc>
                <a:spcPct val="100000"/>
              </a:lnSpc>
              <a:spcBef>
                <a:spcPts val="340"/>
              </a:spcBef>
              <a:spcAft>
                <a:spcPts val="142"/>
              </a:spcAft>
              <a:buClr>
                <a:srgbClr val="000000"/>
              </a:buClr>
              <a:buFont typeface="Symbol" charset="2"/>
              <a:buChar char=""/>
            </a:pPr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Моделирование "эффекта голодания" обычных вызовов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 marL="216000" indent="-216000">
              <a:lnSpc>
                <a:spcPct val="100000"/>
              </a:lnSpc>
              <a:spcBef>
                <a:spcPts val="340"/>
              </a:spcBef>
              <a:spcAft>
                <a:spcPts val="142"/>
              </a:spcAft>
              <a:buClr>
                <a:srgbClr val="000000"/>
              </a:buClr>
              <a:buFont typeface="Symbol" charset="2"/>
              <a:buChar char=""/>
            </a:pPr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Оптимальное распределение бригад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spcBef>
                <a:spcPts val="340"/>
              </a:spcBef>
              <a:spcAft>
                <a:spcPts val="142"/>
              </a:spcAft>
            </a:pP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76" name="" descr=""/>
          <p:cNvPicPr/>
          <p:nvPr/>
        </p:nvPicPr>
        <p:blipFill>
          <a:blip r:embed="rId1"/>
          <a:stretch/>
        </p:blipFill>
        <p:spPr>
          <a:xfrm>
            <a:off x="680400" y="1494360"/>
            <a:ext cx="2144520" cy="120420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PlaceHolder 1"/>
          <p:cNvSpPr>
            <a:spLocks noGrp="1"/>
          </p:cNvSpPr>
          <p:nvPr>
            <p:ph type="title"/>
          </p:nvPr>
        </p:nvSpPr>
        <p:spPr>
          <a:xfrm>
            <a:off x="457200" y="340200"/>
            <a:ext cx="6820560" cy="5821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rmAutofit/>
          </a:bodyPr>
          <a:p>
            <a:pPr indent="0" defTabSz="45720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RU" sz="3200" spc="-1" strike="noStrike">
                <a:solidFill>
                  <a:schemeClr val="lt1"/>
                </a:solidFill>
                <a:latin typeface="Golos Text DemiBold"/>
              </a:rPr>
              <a:t>Симуляция  </a:t>
            </a:r>
            <a:endParaRPr b="0" lang="ru-RU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8" name=""/>
          <p:cNvSpPr/>
          <p:nvPr/>
        </p:nvSpPr>
        <p:spPr>
          <a:xfrm>
            <a:off x="607320" y="4816440"/>
            <a:ext cx="3386880" cy="259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</p:txBody>
      </p:sp>
      <p:graphicFrame>
        <p:nvGraphicFramePr>
          <p:cNvPr id="79" name=""/>
          <p:cNvGraphicFramePr/>
          <p:nvPr/>
        </p:nvGraphicFramePr>
        <p:xfrm>
          <a:off x="439560" y="2920680"/>
          <a:ext cx="4214880" cy="23702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"/>
          </a:graphicData>
        </a:graphic>
      </p:graphicFrame>
      <p:graphicFrame>
        <p:nvGraphicFramePr>
          <p:cNvPr id="80" name=""/>
          <p:cNvGraphicFramePr/>
          <p:nvPr/>
        </p:nvGraphicFramePr>
        <p:xfrm>
          <a:off x="4608000" y="2952720"/>
          <a:ext cx="4138920" cy="23277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81" name=""/>
          <p:cNvSpPr/>
          <p:nvPr/>
        </p:nvSpPr>
        <p:spPr>
          <a:xfrm>
            <a:off x="648000" y="1339560"/>
            <a:ext cx="7954920" cy="2259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spcBef>
                <a:spcPts val="340"/>
              </a:spcBef>
              <a:spcAft>
                <a:spcPts val="142"/>
              </a:spcAft>
            </a:pPr>
            <a:r>
              <a:rPr b="1" lang="ru-RU" sz="1800" spc="-1" strike="noStrike">
                <a:solidFill>
                  <a:srgbClr val="000000"/>
                </a:solidFill>
                <a:latin typeface="Arial"/>
              </a:rPr>
              <a:t>Метод анализа — имитационное моделирование: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 marL="216000" indent="-216000">
              <a:lnSpc>
                <a:spcPct val="100000"/>
              </a:lnSpc>
              <a:spcBef>
                <a:spcPts val="340"/>
              </a:spcBef>
              <a:spcAft>
                <a:spcPts val="142"/>
              </a:spcAft>
              <a:buClr>
                <a:srgbClr val="000000"/>
              </a:buClr>
              <a:buFont typeface="Symbol" charset="2"/>
              <a:buChar char=""/>
            </a:pPr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Библиотека SymPy для Python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 marL="216000" indent="-216000">
              <a:lnSpc>
                <a:spcPct val="100000"/>
              </a:lnSpc>
              <a:spcBef>
                <a:spcPts val="340"/>
              </a:spcBef>
              <a:spcAft>
                <a:spcPts val="142"/>
              </a:spcAft>
              <a:buClr>
                <a:srgbClr val="000000"/>
              </a:buClr>
              <a:buFont typeface="Symbol" charset="2"/>
              <a:buChar char=""/>
            </a:pPr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Поток генерации пациентов — экспоненциальное распределение 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 marL="216000" indent="-216000">
              <a:lnSpc>
                <a:spcPct val="100000"/>
              </a:lnSpc>
              <a:spcBef>
                <a:spcPts val="340"/>
              </a:spcBef>
              <a:spcAft>
                <a:spcPts val="142"/>
              </a:spcAft>
              <a:buClr>
                <a:srgbClr val="000000"/>
              </a:buClr>
              <a:buFont typeface="Symbol" charset="2"/>
              <a:buChar char=""/>
            </a:pPr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Потоки обслуживания — очередь с приоритетами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spcBef>
                <a:spcPts val="340"/>
              </a:spcBef>
              <a:spcAft>
                <a:spcPts val="142"/>
              </a:spcAft>
            </a:pP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PlaceHolder 1"/>
          <p:cNvSpPr>
            <a:spLocks noGrp="1"/>
          </p:cNvSpPr>
          <p:nvPr>
            <p:ph type="title"/>
          </p:nvPr>
        </p:nvSpPr>
        <p:spPr>
          <a:xfrm>
            <a:off x="457200" y="340200"/>
            <a:ext cx="6820560" cy="5821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rmAutofit/>
          </a:bodyPr>
          <a:p>
            <a:pPr indent="0" defTabSz="45720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RU" sz="3200" spc="-1" strike="noStrike">
                <a:solidFill>
                  <a:schemeClr val="lt1"/>
                </a:solidFill>
                <a:latin typeface="Golos Text DemiBold"/>
              </a:rPr>
              <a:t>Анализ узкого места</a:t>
            </a:r>
            <a:endParaRPr b="0" lang="ru-RU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3" name=""/>
          <p:cNvSpPr/>
          <p:nvPr/>
        </p:nvSpPr>
        <p:spPr>
          <a:xfrm>
            <a:off x="2947320" y="1296000"/>
            <a:ext cx="5691240" cy="1634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spcBef>
                <a:spcPts val="57"/>
              </a:spcBef>
            </a:pPr>
            <a:r>
              <a:rPr b="1" lang="ru-RU" sz="1600" spc="-1" strike="noStrike">
                <a:solidFill>
                  <a:srgbClr val="000000"/>
                </a:solidFill>
                <a:latin typeface="Arial"/>
              </a:rPr>
              <a:t>Склад </a:t>
            </a:r>
            <a:endParaRPr b="0" lang="ru-RU" sz="16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spcBef>
                <a:spcPts val="57"/>
              </a:spcBef>
            </a:pPr>
            <a:r>
              <a:rPr b="1" lang="ru-RU" sz="1600" spc="-1" strike="noStrike">
                <a:solidFill>
                  <a:srgbClr val="000000"/>
                </a:solidFill>
                <a:latin typeface="Arial"/>
              </a:rPr>
              <a:t>Открытая СМО с тремя узлами</a:t>
            </a:r>
            <a:endParaRPr b="0" lang="ru-RU" sz="16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spcBef>
                <a:spcPts val="57"/>
              </a:spcBef>
            </a:pPr>
            <a:endParaRPr b="0" lang="ru-RU" sz="400" spc="-1" strike="noStrike">
              <a:solidFill>
                <a:srgbClr val="000000"/>
              </a:solidFill>
              <a:latin typeface="Arial"/>
            </a:endParaRPr>
          </a:p>
          <a:p>
            <a:pPr marL="216000" indent="-216000">
              <a:lnSpc>
                <a:spcPct val="100000"/>
              </a:lnSpc>
              <a:spcBef>
                <a:spcPts val="340"/>
              </a:spcBef>
              <a:spcAft>
                <a:spcPts val="142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300" spc="-1" strike="noStrike">
                <a:solidFill>
                  <a:srgbClr val="000000"/>
                </a:solidFill>
                <a:latin typeface="Arial"/>
                <a:ea typeface="Noto Sans CJK SC"/>
              </a:rPr>
              <a:t>Приемка (узел 1)</a:t>
            </a:r>
            <a:endParaRPr b="0" lang="ru-RU" sz="1300" spc="-1" strike="noStrike">
              <a:solidFill>
                <a:srgbClr val="000000"/>
              </a:solidFill>
              <a:latin typeface="Arial"/>
            </a:endParaRPr>
          </a:p>
          <a:p>
            <a:pPr marL="216000" indent="-216000">
              <a:lnSpc>
                <a:spcPct val="100000"/>
              </a:lnSpc>
              <a:spcBef>
                <a:spcPts val="340"/>
              </a:spcBef>
              <a:spcAft>
                <a:spcPts val="142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300" spc="-1" strike="noStrike">
                <a:solidFill>
                  <a:srgbClr val="000000"/>
                </a:solidFill>
                <a:latin typeface="Arial"/>
                <a:ea typeface="Noto Sans CJK SC"/>
              </a:rPr>
              <a:t>Хранение (узел 2)</a:t>
            </a:r>
            <a:endParaRPr b="0" lang="ru-RU" sz="1300" spc="-1" strike="noStrike">
              <a:solidFill>
                <a:srgbClr val="000000"/>
              </a:solidFill>
              <a:latin typeface="Arial"/>
            </a:endParaRPr>
          </a:p>
          <a:p>
            <a:pPr marL="216000" indent="-216000">
              <a:lnSpc>
                <a:spcPct val="100000"/>
              </a:lnSpc>
              <a:spcBef>
                <a:spcPts val="340"/>
              </a:spcBef>
              <a:spcAft>
                <a:spcPts val="142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300" spc="-1" strike="noStrike">
                <a:solidFill>
                  <a:srgbClr val="000000"/>
                </a:solidFill>
                <a:latin typeface="Arial"/>
                <a:ea typeface="Noto Sans CJK SC"/>
              </a:rPr>
              <a:t>Отгрузка (узел 3)</a:t>
            </a:r>
            <a:endParaRPr b="0" lang="ru-RU" sz="1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spcBef>
                <a:spcPts val="57"/>
              </a:spcBef>
            </a:pP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</p:txBody>
      </p:sp>
      <p:graphicFrame>
        <p:nvGraphicFramePr>
          <p:cNvPr id="84" name=""/>
          <p:cNvGraphicFramePr/>
          <p:nvPr/>
        </p:nvGraphicFramePr>
        <p:xfrm>
          <a:off x="937440" y="2905560"/>
          <a:ext cx="7162200" cy="1034640"/>
        </p:xfrm>
        <a:graphic>
          <a:graphicData uri="http://schemas.openxmlformats.org/drawingml/2006/table">
            <a:tbl>
              <a:tblPr/>
              <a:tblGrid>
                <a:gridCol w="3720960"/>
                <a:gridCol w="1146960"/>
                <a:gridCol w="1146960"/>
                <a:gridCol w="1147680"/>
              </a:tblGrid>
              <a:tr h="282600">
                <a:tc>
                  <a:txBody>
                    <a:bodyPr lIns="36000" rIns="36000"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1" lang="ru-RU" sz="1800" spc="-1" strike="noStrike">
                          <a:solidFill>
                            <a:srgbClr val="000000"/>
                          </a:solidFill>
                          <a:latin typeface="Times New Roman"/>
                        </a:rPr>
                        <a:t>Параметр</a:t>
                      </a:r>
                      <a:endParaRPr b="0" lang="ru-RU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36000" marR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1" lang="ru-RU" sz="1800" spc="-1" strike="noStrike">
                          <a:solidFill>
                            <a:srgbClr val="000000"/>
                          </a:solidFill>
                          <a:latin typeface="Times New Roman"/>
                        </a:rPr>
                        <a:t>Приемка</a:t>
                      </a:r>
                      <a:endParaRPr b="0" lang="ru-RU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36000" marR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1" lang="ru-RU" sz="1800" spc="-1" strike="noStrike">
                          <a:solidFill>
                            <a:srgbClr val="000000"/>
                          </a:solidFill>
                          <a:latin typeface="Times New Roman"/>
                        </a:rPr>
                        <a:t>Хранение</a:t>
                      </a:r>
                      <a:endParaRPr b="0" lang="ru-RU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36000" marR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1" lang="ru-RU" sz="1800" spc="-1" strike="noStrike">
                          <a:solidFill>
                            <a:srgbClr val="000000"/>
                          </a:solidFill>
                          <a:latin typeface="Times New Roman"/>
                        </a:rPr>
                        <a:t>Отгрузка</a:t>
                      </a:r>
                      <a:endParaRPr b="0" lang="ru-RU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36000" marR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282600">
                <a:tc>
                  <a:txBody>
                    <a:bodyPr lIns="36000" rIns="36000"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0" lang="ru-RU" sz="1800" spc="-1" strike="noStrike">
                          <a:solidFill>
                            <a:srgbClr val="000000"/>
                          </a:solidFill>
                          <a:latin typeface="Times New Roman"/>
                        </a:rPr>
                        <a:t>Интенсивность обслуживания (μᵢ)</a:t>
                      </a:r>
                      <a:endParaRPr b="0" lang="ru-RU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36000" marR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0" lang="ru-RU" sz="1800" spc="-1" strike="noStrike">
                          <a:solidFill>
                            <a:srgbClr val="000000"/>
                          </a:solidFill>
                          <a:latin typeface="Times New Roman"/>
                        </a:rPr>
                        <a:t>10 ед./час</a:t>
                      </a:r>
                      <a:endParaRPr b="0" lang="ru-RU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36000" marR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0" lang="ru-RU" sz="1800" spc="-1" strike="noStrike">
                          <a:solidFill>
                            <a:srgbClr val="000000"/>
                          </a:solidFill>
                          <a:latin typeface="Times New Roman"/>
                        </a:rPr>
                        <a:t>15 ед./час</a:t>
                      </a:r>
                      <a:endParaRPr b="0" lang="ru-RU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36000" marR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0" lang="ru-RU" sz="1800" spc="-1" strike="noStrike">
                          <a:solidFill>
                            <a:srgbClr val="000000"/>
                          </a:solidFill>
                          <a:latin typeface="Times New Roman"/>
                        </a:rPr>
                        <a:t>12 ед./час</a:t>
                      </a:r>
                      <a:endParaRPr b="0" lang="ru-RU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36000" marR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282600">
                <a:tc>
                  <a:txBody>
                    <a:bodyPr lIns="36000" rIns="36000"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0" lang="ru-RU" sz="1800" spc="-1" strike="noStrike">
                          <a:solidFill>
                            <a:srgbClr val="000000"/>
                          </a:solidFill>
                          <a:latin typeface="Times New Roman"/>
                        </a:rPr>
                        <a:t>Внешний поток (λ₀ᵢ)</a:t>
                      </a:r>
                      <a:endParaRPr b="0" lang="ru-RU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36000" marR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0" lang="ru-RU" sz="1800" spc="-1" strike="noStrike">
                          <a:solidFill>
                            <a:srgbClr val="000000"/>
                          </a:solidFill>
                          <a:latin typeface="Times New Roman"/>
                        </a:rPr>
                        <a:t>12 ед./час</a:t>
                      </a:r>
                      <a:endParaRPr b="0" lang="ru-RU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36000" marR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0" lang="ru-RU" sz="1800" spc="-1" strike="noStrike">
                          <a:solidFill>
                            <a:srgbClr val="000000"/>
                          </a:solidFill>
                          <a:latin typeface="Times New Roman"/>
                        </a:rPr>
                        <a:t>0</a:t>
                      </a:r>
                      <a:endParaRPr b="0" lang="ru-RU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36000" marR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0" lang="ru-RU" sz="1800" spc="-1" strike="noStrike">
                          <a:solidFill>
                            <a:srgbClr val="000000"/>
                          </a:solidFill>
                          <a:latin typeface="Times New Roman"/>
                        </a:rPr>
                        <a:t>0</a:t>
                      </a:r>
                      <a:endParaRPr b="0" lang="ru-RU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36000" marR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85" name=""/>
          <p:cNvSpPr/>
          <p:nvPr/>
        </p:nvSpPr>
        <p:spPr>
          <a:xfrm>
            <a:off x="864360" y="3960000"/>
            <a:ext cx="7378560" cy="1258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spcBef>
                <a:spcPts val="340"/>
              </a:spcBef>
              <a:spcAft>
                <a:spcPts val="142"/>
              </a:spcAft>
            </a:pPr>
            <a:r>
              <a:rPr b="1" lang="ru-RU" sz="1600" spc="-1" strike="noStrike">
                <a:solidFill>
                  <a:srgbClr val="000000"/>
                </a:solidFill>
                <a:latin typeface="Arial"/>
              </a:rPr>
              <a:t>Вероятности переходов (pᵢⱼ):</a:t>
            </a:r>
            <a:endParaRPr b="0" lang="ru-RU" sz="1600" spc="-1" strike="noStrike">
              <a:solidFill>
                <a:srgbClr val="000000"/>
              </a:solidFill>
              <a:latin typeface="Arial"/>
            </a:endParaRPr>
          </a:p>
          <a:p>
            <a:pPr marL="216000" indent="-216000">
              <a:lnSpc>
                <a:spcPct val="100000"/>
              </a:lnSpc>
              <a:spcBef>
                <a:spcPts val="340"/>
              </a:spcBef>
              <a:spcAft>
                <a:spcPts val="142"/>
              </a:spcAft>
              <a:buClr>
                <a:srgbClr val="000000"/>
              </a:buClr>
              <a:buFont typeface="Symbol" charset="2"/>
              <a:buChar char=""/>
            </a:pPr>
            <a:r>
              <a:rPr b="0" lang="ru-RU" sz="1600" spc="-1" strike="noStrike">
                <a:solidFill>
                  <a:srgbClr val="000000"/>
                </a:solidFill>
                <a:latin typeface="Arial"/>
              </a:rPr>
              <a:t>После приемки: 90% → хранение, 10% возврат на доработку</a:t>
            </a:r>
            <a:endParaRPr b="0" lang="ru-RU" sz="1600" spc="-1" strike="noStrike">
              <a:solidFill>
                <a:srgbClr val="000000"/>
              </a:solidFill>
              <a:latin typeface="Arial"/>
            </a:endParaRPr>
          </a:p>
          <a:p>
            <a:pPr marL="216000" indent="-216000">
              <a:lnSpc>
                <a:spcPct val="100000"/>
              </a:lnSpc>
              <a:spcBef>
                <a:spcPts val="340"/>
              </a:spcBef>
              <a:spcAft>
                <a:spcPts val="142"/>
              </a:spcAft>
              <a:buClr>
                <a:srgbClr val="000000"/>
              </a:buClr>
              <a:buFont typeface="Symbol" charset="2"/>
              <a:buChar char=""/>
            </a:pPr>
            <a:r>
              <a:rPr b="0" lang="ru-RU" sz="1600" spc="-1" strike="noStrike">
                <a:solidFill>
                  <a:srgbClr val="000000"/>
                </a:solidFill>
                <a:latin typeface="Arial"/>
              </a:rPr>
              <a:t>После хранения: 80% → отгрузка, 20% → приемка.</a:t>
            </a:r>
            <a:endParaRPr b="0" lang="ru-RU" sz="1600" spc="-1" strike="noStrike">
              <a:solidFill>
                <a:srgbClr val="000000"/>
              </a:solidFill>
              <a:latin typeface="Arial"/>
            </a:endParaRPr>
          </a:p>
          <a:p>
            <a:pPr marL="216000" indent="-216000">
              <a:lnSpc>
                <a:spcPct val="100000"/>
              </a:lnSpc>
              <a:spcBef>
                <a:spcPts val="340"/>
              </a:spcBef>
              <a:spcAft>
                <a:spcPts val="142"/>
              </a:spcAft>
              <a:buClr>
                <a:srgbClr val="000000"/>
              </a:buClr>
              <a:buFont typeface="Symbol" charset="2"/>
              <a:buChar char=""/>
            </a:pPr>
            <a:r>
              <a:rPr b="0" lang="ru-RU" sz="1600" spc="-1" strike="noStrike">
                <a:solidFill>
                  <a:srgbClr val="000000"/>
                </a:solidFill>
                <a:latin typeface="Arial"/>
              </a:rPr>
              <a:t>После отгрузки: 100% выход из системы</a:t>
            </a:r>
            <a:endParaRPr b="0" lang="ru-RU" sz="16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86" name="" descr=""/>
          <p:cNvPicPr/>
          <p:nvPr/>
        </p:nvPicPr>
        <p:blipFill>
          <a:blip r:embed="rId1"/>
          <a:stretch/>
        </p:blipFill>
        <p:spPr>
          <a:xfrm>
            <a:off x="648000" y="1368000"/>
            <a:ext cx="2158920" cy="137484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PlaceHolder 1"/>
          <p:cNvSpPr>
            <a:spLocks noGrp="1"/>
          </p:cNvSpPr>
          <p:nvPr>
            <p:ph type="title"/>
          </p:nvPr>
        </p:nvSpPr>
        <p:spPr>
          <a:xfrm>
            <a:off x="290880" y="150120"/>
            <a:ext cx="7423560" cy="94968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1440" rIns="91440" tIns="45720" bIns="4572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ru-RU" sz="3600" spc="-1" strike="noStrike">
                <a:solidFill>
                  <a:srgbClr val="ffffff"/>
                </a:solidFill>
                <a:latin typeface="Arial"/>
              </a:rPr>
              <a:t>Теорема </a:t>
            </a:r>
            <a:r>
              <a:rPr b="1" lang="ru-RU" sz="3600" spc="-1" strike="noStrike">
                <a:solidFill>
                  <a:srgbClr val="ffffff"/>
                </a:solidFill>
                <a:latin typeface="Arial"/>
              </a:rPr>
              <a:t>Джексона</a:t>
            </a:r>
            <a:endParaRPr b="0" lang="ru-RU" sz="3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8" name="PlaceHolder 5"/>
          <p:cNvSpPr/>
          <p:nvPr/>
        </p:nvSpPr>
        <p:spPr>
          <a:xfrm>
            <a:off x="376200" y="1033560"/>
            <a:ext cx="8226360" cy="3768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lIns="90000" rIns="90000" tIns="45000" bIns="45000" anchor="t">
            <a:noAutofit/>
          </a:bodyPr>
          <a:p>
            <a:pPr marL="395280" indent="-457200">
              <a:lnSpc>
                <a:spcPct val="100000"/>
              </a:lnSpc>
              <a:tabLst>
                <a:tab algn="l" pos="0"/>
              </a:tabLst>
            </a:pPr>
            <a:endParaRPr b="0" lang="ru-RU" sz="1000" spc="-1" strike="noStrike">
              <a:solidFill>
                <a:srgbClr val="000000"/>
              </a:solidFill>
              <a:latin typeface="Arial"/>
            </a:endParaRPr>
          </a:p>
          <a:p>
            <a:pPr lvl="1" marL="395280" indent="-4572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algn="l" pos="0"/>
              </a:tabLst>
            </a:pPr>
            <a:r>
              <a:rPr b="1" lang="ru-RU" sz="2000" spc="-1" strike="noStrike">
                <a:solidFill>
                  <a:schemeClr val="dk1"/>
                </a:solidFill>
                <a:latin typeface="Arial"/>
                <a:ea typeface="Noto Sans CJK SC"/>
              </a:rPr>
              <a:t>Применимость</a:t>
            </a:r>
            <a:r>
              <a:rPr b="0" lang="ru-RU" sz="2000" spc="-1" strike="noStrike">
                <a:solidFill>
                  <a:schemeClr val="dk1"/>
                </a:solidFill>
                <a:latin typeface="Arial"/>
                <a:ea typeface="Noto Sans CJK SC"/>
              </a:rPr>
              <a:t> теоремы Джексона для СМО:</a:t>
            </a:r>
            <a:endParaRPr b="0" lang="ru-RU" sz="20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algn="l" pos="0"/>
              </a:tabLst>
            </a:pPr>
            <a:r>
              <a:rPr b="0" lang="ru-RU" sz="1600" spc="-1" strike="noStrike">
                <a:solidFill>
                  <a:schemeClr val="dk1"/>
                </a:solidFill>
                <a:latin typeface="Arial"/>
                <a:ea typeface="Noto Sans CJK SC"/>
              </a:rPr>
              <a:t>Входной поток в сеть - пуассоновский с интенсивностью </a:t>
            </a:r>
            <a:r>
              <a:rPr b="0" i="1" lang="ru-RU" sz="1600" spc="-1" strike="noStrike">
                <a:solidFill>
                  <a:schemeClr val="dk1"/>
                </a:solidFill>
                <a:latin typeface="Arial"/>
                <a:ea typeface="Noto Sans CJK SC"/>
              </a:rPr>
              <a:t>λ₀</a:t>
            </a:r>
            <a:endParaRPr b="0" lang="ru-RU" sz="16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algn="l" pos="0"/>
              </a:tabLst>
            </a:pPr>
            <a:r>
              <a:rPr b="0" lang="ru-RU" sz="1600" spc="-1" strike="noStrike">
                <a:solidFill>
                  <a:schemeClr val="dk1"/>
                </a:solidFill>
                <a:latin typeface="Arial"/>
                <a:ea typeface="Noto Sans CJK SC"/>
              </a:rPr>
              <a:t>Времена обслуживания в каждом узле экспоненциальные с параметрами</a:t>
            </a:r>
            <a:r>
              <a:rPr b="0" i="1" lang="ru-RU" sz="1600" spc="-1" strike="noStrike">
                <a:solidFill>
                  <a:schemeClr val="dk1"/>
                </a:solidFill>
                <a:latin typeface="Arial"/>
                <a:ea typeface="Noto Sans CJK SC"/>
              </a:rPr>
              <a:t> μᵢ (i=1,...,k)</a:t>
            </a:r>
            <a:endParaRPr b="0" lang="ru-RU" sz="16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algn="l" pos="0"/>
              </a:tabLst>
            </a:pPr>
            <a:r>
              <a:rPr b="0" lang="ru-RU" sz="1600" spc="-1" strike="noStrike">
                <a:solidFill>
                  <a:schemeClr val="dk1"/>
                </a:solidFill>
                <a:latin typeface="Arial"/>
                <a:ea typeface="Noto Sans CJK SC"/>
              </a:rPr>
              <a:t>Матрица маршрутизации </a:t>
            </a:r>
            <a:r>
              <a:rPr b="0" i="1" lang="ru-RU" sz="1600" spc="-1" strike="noStrike">
                <a:solidFill>
                  <a:schemeClr val="dk1"/>
                </a:solidFill>
                <a:latin typeface="Arial"/>
                <a:ea typeface="Noto Sans CJK SC"/>
              </a:rPr>
              <a:t>P = [pᵢⱼ]</a:t>
            </a:r>
            <a:r>
              <a:rPr b="0" lang="ru-RU" sz="1600" spc="-1" strike="noStrike">
                <a:solidFill>
                  <a:schemeClr val="dk1"/>
                </a:solidFill>
                <a:latin typeface="Arial"/>
                <a:ea typeface="Noto Sans CJK SC"/>
              </a:rPr>
              <a:t>, где </a:t>
            </a:r>
            <a:r>
              <a:rPr b="0" i="1" lang="ru-RU" sz="1600" spc="-1" strike="noStrike">
                <a:solidFill>
                  <a:schemeClr val="dk1"/>
                </a:solidFill>
                <a:latin typeface="Arial"/>
                <a:ea typeface="Noto Sans CJK SC"/>
              </a:rPr>
              <a:t>pᵢⱼ</a:t>
            </a:r>
            <a:r>
              <a:rPr b="0" lang="ru-RU" sz="1600" spc="-1" strike="noStrike">
                <a:solidFill>
                  <a:schemeClr val="dk1"/>
                </a:solidFill>
                <a:latin typeface="Arial"/>
                <a:ea typeface="Noto Sans CJK SC"/>
              </a:rPr>
              <a:t> - вероятность перехода из узла </a:t>
            </a:r>
            <a:r>
              <a:rPr b="0" i="1" lang="ru-RU" sz="1600" spc="-1" strike="noStrike">
                <a:solidFill>
                  <a:schemeClr val="dk1"/>
                </a:solidFill>
                <a:latin typeface="Arial"/>
                <a:ea typeface="Noto Sans CJK SC"/>
              </a:rPr>
              <a:t>i</a:t>
            </a:r>
            <a:r>
              <a:rPr b="0" lang="ru-RU" sz="1600" spc="-1" strike="noStrike">
                <a:solidFill>
                  <a:schemeClr val="dk1"/>
                </a:solidFill>
                <a:latin typeface="Arial"/>
                <a:ea typeface="Noto Sans CJK SC"/>
              </a:rPr>
              <a:t> в узел </a:t>
            </a:r>
            <a:r>
              <a:rPr b="0" i="1" lang="ru-RU" sz="1600" spc="-1" strike="noStrike">
                <a:solidFill>
                  <a:schemeClr val="dk1"/>
                </a:solidFill>
                <a:latin typeface="Arial"/>
                <a:ea typeface="Noto Sans CJK SC"/>
              </a:rPr>
              <a:t>j</a:t>
            </a:r>
            <a:endParaRPr b="0" lang="ru-RU" sz="16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algn="l" pos="0"/>
              </a:tabLst>
            </a:pPr>
            <a:r>
              <a:rPr b="0" i="1" lang="ru-RU" sz="1600" spc="-1" strike="noStrike">
                <a:solidFill>
                  <a:schemeClr val="dk1"/>
                </a:solidFill>
                <a:latin typeface="Arial"/>
                <a:ea typeface="Noto Sans CJK SC"/>
              </a:rPr>
              <a:t>Pᵢ₀</a:t>
            </a:r>
            <a:r>
              <a:rPr b="0" lang="ru-RU" sz="1600" spc="-1" strike="noStrike">
                <a:solidFill>
                  <a:schemeClr val="dk1"/>
                </a:solidFill>
                <a:latin typeface="Arial"/>
                <a:ea typeface="Noto Sans CJK SC"/>
              </a:rPr>
              <a:t> - вероятность выхода из сети после узла </a:t>
            </a:r>
            <a:r>
              <a:rPr b="0" i="1" lang="ru-RU" sz="1600" spc="-1" strike="noStrike">
                <a:solidFill>
                  <a:schemeClr val="dk1"/>
                </a:solidFill>
                <a:latin typeface="Arial"/>
                <a:ea typeface="Noto Sans CJK SC"/>
              </a:rPr>
              <a:t>i</a:t>
            </a:r>
            <a:endParaRPr b="0" lang="ru-RU" sz="1600" spc="-1" strike="noStrike">
              <a:solidFill>
                <a:srgbClr val="000000"/>
              </a:solidFill>
              <a:latin typeface="Arial"/>
            </a:endParaRPr>
          </a:p>
          <a:p>
            <a:pPr lvl="1" marL="395280" indent="-4572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algn="l" pos="0"/>
              </a:tabLst>
            </a:pPr>
            <a:r>
              <a:rPr b="0" lang="ru-RU" sz="2000" spc="-1" strike="noStrike">
                <a:solidFill>
                  <a:schemeClr val="dk1"/>
                </a:solidFill>
                <a:latin typeface="Arial"/>
                <a:ea typeface="Noto Sans CJK SC"/>
              </a:rPr>
              <a:t>Эффективные интенсивности потоков (уравнения трафика):</a:t>
            </a:r>
            <a:br>
              <a:rPr sz="2000"/>
            </a:br>
            <a:r>
              <a:rPr b="0" lang="ru-RU" sz="2000" spc="-1" strike="noStrike">
                <a:solidFill>
                  <a:schemeClr val="dk1"/>
                </a:solidFill>
                <a:latin typeface="Arial"/>
                <a:ea typeface="Noto Sans CJK SC"/>
              </a:rPr>
              <a:t> </a:t>
            </a:r>
            <a:endParaRPr b="0" lang="ru-RU" sz="20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spcBef>
                <a:spcPts val="283"/>
              </a:spcBef>
              <a:tabLst>
                <a:tab algn="l" pos="0"/>
              </a:tabLst>
            </a:pP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spcBef>
                <a:spcPts val="283"/>
              </a:spcBef>
              <a:tabLst>
                <a:tab algn="l" pos="0"/>
              </a:tabLst>
            </a:pP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 lvl="1" marL="395280" indent="-4572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algn="l" pos="0"/>
              </a:tabLst>
            </a:pPr>
            <a:r>
              <a:rPr b="0" lang="ru-RU" sz="1800" spc="-1" strike="noStrike">
                <a:solidFill>
                  <a:schemeClr val="dk1"/>
                </a:solidFill>
                <a:latin typeface="Arial"/>
                <a:ea typeface="Noto Sans CJK SC"/>
              </a:rPr>
              <a:t>где </a:t>
            </a:r>
            <a:r>
              <a:rPr b="0" i="1" lang="ru-RU" sz="1800" spc="-1" strike="noStrike">
                <a:solidFill>
                  <a:schemeClr val="dk1"/>
                </a:solidFill>
                <a:latin typeface="Arial"/>
                <a:ea typeface="Noto Sans CJK SC"/>
              </a:rPr>
              <a:t>λ₀ᵢ</a:t>
            </a:r>
            <a:r>
              <a:rPr b="0" lang="ru-RU" sz="1800" spc="-1" strike="noStrike">
                <a:solidFill>
                  <a:schemeClr val="dk1"/>
                </a:solidFill>
                <a:latin typeface="Arial"/>
                <a:ea typeface="Noto Sans CJK SC"/>
              </a:rPr>
              <a:t> - внешний поток, поступающий непосредственно в узел </a:t>
            </a:r>
            <a:r>
              <a:rPr b="0" i="1" lang="ru-RU" sz="1800" spc="-1" strike="noStrike">
                <a:solidFill>
                  <a:schemeClr val="dk1"/>
                </a:solidFill>
                <a:latin typeface="Arial"/>
                <a:ea typeface="Noto Sans CJK SC"/>
              </a:rPr>
              <a:t>i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 marL="395280" indent="-457200">
              <a:lnSpc>
                <a:spcPct val="100000"/>
              </a:lnSpc>
              <a:spcBef>
                <a:spcPts val="567"/>
              </a:spcBef>
              <a:spcAft>
                <a:spcPts val="567"/>
              </a:spcAft>
              <a:tabLst>
                <a:tab algn="l" pos="0"/>
              </a:tabLst>
            </a:pP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 marL="395280" indent="-457200">
              <a:lnSpc>
                <a:spcPct val="100000"/>
              </a:lnSpc>
              <a:spcBef>
                <a:spcPts val="283"/>
              </a:spcBef>
              <a:spcAft>
                <a:spcPts val="283"/>
              </a:spcAft>
              <a:tabLst>
                <a:tab algn="l" pos="0"/>
              </a:tabLst>
            </a:pPr>
            <a:endParaRPr b="0" lang="ru-RU" sz="16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89" name="" descr=""/>
          <p:cNvPicPr/>
          <p:nvPr/>
        </p:nvPicPr>
        <p:blipFill>
          <a:blip r:embed="rId1"/>
          <a:stretch/>
        </p:blipFill>
        <p:spPr>
          <a:xfrm>
            <a:off x="2574000" y="3987360"/>
            <a:ext cx="3760920" cy="97956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PlaceHolder 1"/>
          <p:cNvSpPr>
            <a:spLocks noGrp="1"/>
          </p:cNvSpPr>
          <p:nvPr>
            <p:ph type="title"/>
          </p:nvPr>
        </p:nvSpPr>
        <p:spPr>
          <a:xfrm>
            <a:off x="290880" y="150120"/>
            <a:ext cx="7423560" cy="94968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1440" rIns="91440" tIns="45720" bIns="4572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ru-RU" sz="3600" spc="-1" strike="noStrike">
                <a:solidFill>
                  <a:srgbClr val="ffffff"/>
                </a:solidFill>
                <a:latin typeface="Arial"/>
              </a:rPr>
              <a:t>Теорема Джексона</a:t>
            </a:r>
            <a:endParaRPr b="0" lang="ru-RU" sz="3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1" name="PlaceHolder 7"/>
          <p:cNvSpPr/>
          <p:nvPr/>
        </p:nvSpPr>
        <p:spPr>
          <a:xfrm>
            <a:off x="376200" y="1177560"/>
            <a:ext cx="8226360" cy="3768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lIns="90000" rIns="90000" tIns="45000" bIns="45000" anchor="t">
            <a:noAutofit/>
          </a:bodyPr>
          <a:p>
            <a:pPr marL="395280" indent="-457200">
              <a:lnSpc>
                <a:spcPct val="100000"/>
              </a:lnSpc>
              <a:tabLst>
                <a:tab algn="l" pos="0"/>
              </a:tabLst>
            </a:pPr>
            <a:endParaRPr b="0" lang="ru-RU" sz="1000" spc="-1" strike="noStrike">
              <a:solidFill>
                <a:srgbClr val="000000"/>
              </a:solidFill>
              <a:latin typeface="Arial"/>
            </a:endParaRPr>
          </a:p>
          <a:p>
            <a:pPr lvl="1" marL="395280" indent="-4572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Pct val="45000"/>
              <a:buFont typeface="Wingdings" charset="2"/>
              <a:buChar char=""/>
              <a:tabLst>
                <a:tab algn="l" pos="0"/>
              </a:tabLst>
            </a:pPr>
            <a:r>
              <a:rPr b="0" lang="ru-RU" sz="2000" spc="-1" strike="noStrike">
                <a:solidFill>
                  <a:schemeClr val="dk1"/>
                </a:solidFill>
                <a:latin typeface="Arial"/>
                <a:ea typeface="Noto Sans CJK SC"/>
              </a:rPr>
              <a:t>Матричная форма уравнений трафика:</a:t>
            </a:r>
            <a:endParaRPr b="0" lang="ru-RU" sz="20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tabLst>
                <a:tab algn="l" pos="0"/>
              </a:tabLst>
            </a:pPr>
            <a:endParaRPr b="0" lang="ru-RU" sz="2000" spc="-1" strike="noStrike">
              <a:solidFill>
                <a:srgbClr val="000000"/>
              </a:solidFill>
              <a:latin typeface="Arial"/>
            </a:endParaRPr>
          </a:p>
          <a:p>
            <a:pPr lvl="1" marL="395280" indent="-4572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Pct val="45000"/>
              <a:buFont typeface="Wingdings" charset="2"/>
              <a:buChar char=""/>
              <a:tabLst>
                <a:tab algn="l" pos="0"/>
              </a:tabLst>
            </a:pPr>
            <a:r>
              <a:rPr b="0" lang="ru-RU" sz="2000" spc="-1" strike="noStrike">
                <a:solidFill>
                  <a:schemeClr val="dk1"/>
                </a:solidFill>
                <a:latin typeface="Arial"/>
                <a:ea typeface="Noto Sans CJK SC"/>
              </a:rPr>
              <a:t>Решение:</a:t>
            </a:r>
            <a:endParaRPr b="0" lang="ru-RU" sz="20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tabLst>
                <a:tab algn="l" pos="0"/>
              </a:tabLst>
            </a:pPr>
            <a:endParaRPr b="0" lang="ru-RU" sz="2000" spc="-1" strike="noStrike">
              <a:solidFill>
                <a:srgbClr val="000000"/>
              </a:solidFill>
              <a:latin typeface="Arial"/>
            </a:endParaRPr>
          </a:p>
          <a:p>
            <a:pPr lvl="1" marL="395280" indent="-4572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Pct val="45000"/>
              <a:buFont typeface="Wingdings" charset="2"/>
              <a:buChar char=""/>
              <a:tabLst>
                <a:tab algn="l" pos="0"/>
              </a:tabLst>
            </a:pPr>
            <a:r>
              <a:rPr b="0" lang="ru-RU" sz="2000" spc="-1" strike="noStrike">
                <a:solidFill>
                  <a:schemeClr val="dk1"/>
                </a:solidFill>
                <a:latin typeface="Arial"/>
                <a:ea typeface="Noto Sans CJK SC"/>
              </a:rPr>
              <a:t>Загрузка узлов:</a:t>
            </a:r>
            <a:endParaRPr b="0" lang="ru-RU" sz="2000" spc="-1" strike="noStrike">
              <a:solidFill>
                <a:srgbClr val="000000"/>
              </a:solidFill>
              <a:latin typeface="Arial"/>
            </a:endParaRPr>
          </a:p>
          <a:p>
            <a:pPr lvl="1" marL="395280" indent="-4572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Pct val="45000"/>
              <a:buFont typeface="Wingdings" charset="2"/>
              <a:buChar char=""/>
              <a:tabLst>
                <a:tab algn="l" pos="0"/>
              </a:tabLst>
            </a:pPr>
            <a:r>
              <a:rPr b="0" lang="ru-RU" sz="2000" spc="-1" strike="noStrike">
                <a:solidFill>
                  <a:schemeClr val="dk1"/>
                </a:solidFill>
                <a:latin typeface="Arial"/>
                <a:ea typeface="Noto Sans CJK SC"/>
              </a:rPr>
              <a:t>​</a:t>
            </a:r>
            <a:endParaRPr b="0" lang="ru-RU" sz="2000" spc="-1" strike="noStrike">
              <a:solidFill>
                <a:srgbClr val="000000"/>
              </a:solidFill>
              <a:latin typeface="Arial"/>
            </a:endParaRPr>
          </a:p>
          <a:p>
            <a:pPr marL="395280" indent="-457200">
              <a:lnSpc>
                <a:spcPct val="100000"/>
              </a:lnSpc>
              <a:spcBef>
                <a:spcPts val="283"/>
              </a:spcBef>
              <a:spcAft>
                <a:spcPts val="283"/>
              </a:spcAft>
              <a:tabLst>
                <a:tab algn="l" pos="0"/>
              </a:tabLst>
            </a:pPr>
            <a:endParaRPr b="0" lang="ru-RU" sz="16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92" name="" descr=""/>
          <p:cNvPicPr/>
          <p:nvPr/>
        </p:nvPicPr>
        <p:blipFill>
          <a:blip r:embed="rId1"/>
          <a:stretch/>
        </p:blipFill>
        <p:spPr>
          <a:xfrm>
            <a:off x="3780000" y="2044080"/>
            <a:ext cx="1798920" cy="474840"/>
          </a:xfrm>
          <a:prstGeom prst="rect">
            <a:avLst/>
          </a:prstGeom>
          <a:ln w="0">
            <a:noFill/>
          </a:ln>
        </p:spPr>
      </p:pic>
      <p:pic>
        <p:nvPicPr>
          <p:cNvPr id="93" name="" descr=""/>
          <p:cNvPicPr/>
          <p:nvPr/>
        </p:nvPicPr>
        <p:blipFill>
          <a:blip r:embed="rId2"/>
          <a:stretch/>
        </p:blipFill>
        <p:spPr>
          <a:xfrm>
            <a:off x="3600000" y="3060000"/>
            <a:ext cx="2160720" cy="579600"/>
          </a:xfrm>
          <a:prstGeom prst="rect">
            <a:avLst/>
          </a:prstGeom>
          <a:ln w="0">
            <a:noFill/>
          </a:ln>
        </p:spPr>
      </p:pic>
      <p:pic>
        <p:nvPicPr>
          <p:cNvPr id="94" name="" descr=""/>
          <p:cNvPicPr/>
          <p:nvPr/>
        </p:nvPicPr>
        <p:blipFill>
          <a:blip r:embed="rId3"/>
          <a:stretch/>
        </p:blipFill>
        <p:spPr>
          <a:xfrm>
            <a:off x="3420000" y="4176000"/>
            <a:ext cx="2627640" cy="74160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PlaceHolder 1"/>
          <p:cNvSpPr>
            <a:spLocks noGrp="1"/>
          </p:cNvSpPr>
          <p:nvPr>
            <p:ph type="title"/>
          </p:nvPr>
        </p:nvSpPr>
        <p:spPr>
          <a:xfrm>
            <a:off x="290880" y="150120"/>
            <a:ext cx="7423560" cy="94968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1440" rIns="91440" tIns="45720" bIns="4572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ru-RU" sz="3600" spc="-1" strike="noStrike">
                <a:solidFill>
                  <a:srgbClr val="ffffff"/>
                </a:solidFill>
                <a:latin typeface="Arial"/>
              </a:rPr>
              <a:t>Теорема Джексона</a:t>
            </a:r>
            <a:endParaRPr b="0" lang="ru-RU" sz="3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6" name="PlaceHolder 14"/>
          <p:cNvSpPr/>
          <p:nvPr/>
        </p:nvSpPr>
        <p:spPr>
          <a:xfrm>
            <a:off x="376200" y="1177560"/>
            <a:ext cx="8226360" cy="3768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lIns="90000" rIns="90000" tIns="45000" bIns="45000" anchor="t">
            <a:noAutofit/>
          </a:bodyPr>
          <a:p>
            <a:pPr marL="395280" indent="-457200">
              <a:lnSpc>
                <a:spcPct val="100000"/>
              </a:lnSpc>
              <a:tabLst>
                <a:tab algn="l" pos="0"/>
              </a:tabLst>
            </a:pPr>
            <a:endParaRPr b="0" lang="ru-RU" sz="1000" spc="-1" strike="noStrike">
              <a:solidFill>
                <a:srgbClr val="000000"/>
              </a:solidFill>
              <a:latin typeface="Arial"/>
            </a:endParaRPr>
          </a:p>
          <a:p>
            <a:pPr lvl="1" marL="395280" indent="-4572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Pct val="45000"/>
              <a:buFont typeface="Wingdings" charset="2"/>
              <a:buChar char=""/>
              <a:tabLst>
                <a:tab algn="l" pos="0"/>
              </a:tabLst>
            </a:pPr>
            <a:r>
              <a:rPr b="1" lang="ru-RU" sz="2000" spc="-1" strike="noStrike">
                <a:solidFill>
                  <a:schemeClr val="dk1"/>
                </a:solidFill>
                <a:latin typeface="Arial"/>
                <a:ea typeface="Noto Sans CJK SC"/>
              </a:rPr>
              <a:t>Стационарное</a:t>
            </a:r>
            <a:r>
              <a:rPr b="0" lang="ru-RU" sz="2000" spc="-1" strike="noStrike">
                <a:solidFill>
                  <a:schemeClr val="dk1"/>
                </a:solidFill>
                <a:latin typeface="Arial"/>
                <a:ea typeface="Noto Sans CJK SC"/>
              </a:rPr>
              <a:t> распределение сети:</a:t>
            </a:r>
            <a:endParaRPr b="0" lang="ru-RU" sz="20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tabLst>
                <a:tab algn="l" pos="0"/>
              </a:tabLst>
            </a:pPr>
            <a:endParaRPr b="0" lang="ru-RU" sz="2000" spc="-1" strike="noStrike">
              <a:solidFill>
                <a:srgbClr val="000000"/>
              </a:solidFill>
              <a:latin typeface="Arial"/>
            </a:endParaRPr>
          </a:p>
          <a:p>
            <a:pPr lvl="1" marL="395280" indent="-4572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Pct val="45000"/>
              <a:buFont typeface="Wingdings" charset="2"/>
              <a:buChar char=""/>
              <a:tabLst>
                <a:tab algn="l" pos="0"/>
              </a:tabLst>
            </a:pPr>
            <a:r>
              <a:rPr b="1" lang="ru-RU" sz="2000" spc="-1" strike="noStrike">
                <a:solidFill>
                  <a:schemeClr val="dk1"/>
                </a:solidFill>
                <a:latin typeface="Arial"/>
                <a:ea typeface="Noto Sans CJK SC"/>
              </a:rPr>
              <a:t>Среднее число</a:t>
            </a:r>
            <a:r>
              <a:rPr b="0" lang="ru-RU" sz="2000" spc="-1" strike="noStrike">
                <a:solidFill>
                  <a:schemeClr val="dk1"/>
                </a:solidFill>
                <a:latin typeface="Arial"/>
                <a:ea typeface="Noto Sans CJK SC"/>
              </a:rPr>
              <a:t> заявок в узле </a:t>
            </a:r>
            <a:r>
              <a:rPr b="0" i="1" lang="ru-RU" sz="2000" spc="-1" strike="noStrike">
                <a:solidFill>
                  <a:schemeClr val="dk1"/>
                </a:solidFill>
                <a:latin typeface="Arial"/>
                <a:ea typeface="Noto Sans CJK SC"/>
              </a:rPr>
              <a:t>i</a:t>
            </a:r>
            <a:r>
              <a:rPr b="0" lang="ru-RU" sz="2000" spc="-1" strike="noStrike">
                <a:solidFill>
                  <a:schemeClr val="dk1"/>
                </a:solidFill>
                <a:latin typeface="Arial"/>
                <a:ea typeface="Noto Sans CJK SC"/>
              </a:rPr>
              <a:t>:</a:t>
            </a:r>
            <a:endParaRPr b="0" lang="ru-RU" sz="20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tabLst>
                <a:tab algn="l" pos="0"/>
              </a:tabLst>
            </a:pPr>
            <a:endParaRPr b="0" lang="ru-RU" sz="2000" spc="-1" strike="noStrike">
              <a:solidFill>
                <a:srgbClr val="000000"/>
              </a:solidFill>
              <a:latin typeface="Arial"/>
            </a:endParaRPr>
          </a:p>
          <a:p>
            <a:pPr lvl="1" marL="395280" indent="-4572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Pct val="45000"/>
              <a:buFont typeface="Wingdings" charset="2"/>
              <a:buChar char=""/>
              <a:tabLst>
                <a:tab algn="l" pos="0"/>
              </a:tabLst>
            </a:pPr>
            <a:r>
              <a:rPr b="0" lang="ru-RU" sz="2000" spc="-1" strike="noStrike">
                <a:solidFill>
                  <a:schemeClr val="dk1"/>
                </a:solidFill>
                <a:latin typeface="Arial"/>
                <a:ea typeface="Noto Sans CJK SC"/>
              </a:rPr>
              <a:t>Среднее </a:t>
            </a:r>
            <a:r>
              <a:rPr b="1" lang="ru-RU" sz="2000" spc="-1" strike="noStrike">
                <a:solidFill>
                  <a:schemeClr val="dk1"/>
                </a:solidFill>
                <a:latin typeface="Arial"/>
                <a:ea typeface="Noto Sans CJK SC"/>
              </a:rPr>
              <a:t>время пребывания</a:t>
            </a:r>
            <a:r>
              <a:rPr b="0" lang="ru-RU" sz="2000" spc="-1" strike="noStrike">
                <a:solidFill>
                  <a:schemeClr val="dk1"/>
                </a:solidFill>
                <a:latin typeface="Arial"/>
                <a:ea typeface="Noto Sans CJK SC"/>
              </a:rPr>
              <a:t> в узле </a:t>
            </a:r>
            <a:r>
              <a:rPr b="0" i="1" lang="ru-RU" sz="2000" spc="-1" strike="noStrike">
                <a:solidFill>
                  <a:schemeClr val="dk1"/>
                </a:solidFill>
                <a:latin typeface="Arial"/>
                <a:ea typeface="Noto Sans CJK SC"/>
              </a:rPr>
              <a:t>i</a:t>
            </a:r>
            <a:r>
              <a:rPr b="0" lang="ru-RU" sz="2000" spc="-1" strike="noStrike">
                <a:solidFill>
                  <a:schemeClr val="dk1"/>
                </a:solidFill>
                <a:latin typeface="Arial"/>
                <a:ea typeface="Noto Sans CJK SC"/>
              </a:rPr>
              <a:t> (формула Литтла):</a:t>
            </a:r>
            <a:endParaRPr b="0" lang="ru-RU" sz="2000" spc="-1" strike="noStrike">
              <a:solidFill>
                <a:srgbClr val="000000"/>
              </a:solidFill>
              <a:latin typeface="Arial"/>
            </a:endParaRPr>
          </a:p>
          <a:p>
            <a:pPr marL="395280" indent="-457200">
              <a:lnSpc>
                <a:spcPct val="100000"/>
              </a:lnSpc>
              <a:spcBef>
                <a:spcPts val="567"/>
              </a:spcBef>
              <a:spcAft>
                <a:spcPts val="567"/>
              </a:spcAft>
              <a:tabLst>
                <a:tab algn="l" pos="0"/>
              </a:tabLst>
            </a:pPr>
            <a:endParaRPr b="0" lang="ru-RU" sz="2000" spc="-1" strike="noStrike">
              <a:solidFill>
                <a:srgbClr val="000000"/>
              </a:solidFill>
              <a:latin typeface="Arial"/>
            </a:endParaRPr>
          </a:p>
          <a:p>
            <a:pPr marL="395280" indent="-457200">
              <a:lnSpc>
                <a:spcPct val="100000"/>
              </a:lnSpc>
              <a:spcBef>
                <a:spcPts val="567"/>
              </a:spcBef>
              <a:spcAft>
                <a:spcPts val="567"/>
              </a:spcAft>
              <a:tabLst>
                <a:tab algn="l" pos="0"/>
              </a:tabLst>
            </a:pPr>
            <a:endParaRPr b="0" lang="ru-RU" sz="2000" spc="-1" strike="noStrike">
              <a:solidFill>
                <a:srgbClr val="000000"/>
              </a:solidFill>
              <a:latin typeface="Arial"/>
            </a:endParaRPr>
          </a:p>
          <a:p>
            <a:pPr marL="395280" indent="-457200">
              <a:lnSpc>
                <a:spcPct val="100000"/>
              </a:lnSpc>
              <a:spcBef>
                <a:spcPts val="567"/>
              </a:spcBef>
              <a:spcAft>
                <a:spcPts val="567"/>
              </a:spcAft>
              <a:tabLst>
                <a:tab algn="l" pos="0"/>
              </a:tabLst>
            </a:pPr>
            <a:endParaRPr b="0" lang="ru-RU" sz="2000" spc="-1" strike="noStrike">
              <a:solidFill>
                <a:srgbClr val="000000"/>
              </a:solidFill>
              <a:latin typeface="Arial"/>
            </a:endParaRPr>
          </a:p>
          <a:p>
            <a:pPr marL="395280" indent="-457200">
              <a:lnSpc>
                <a:spcPct val="100000"/>
              </a:lnSpc>
              <a:spcBef>
                <a:spcPts val="283"/>
              </a:spcBef>
              <a:spcAft>
                <a:spcPts val="283"/>
              </a:spcAft>
              <a:tabLst>
                <a:tab algn="l" pos="0"/>
              </a:tabLst>
            </a:pPr>
            <a:endParaRPr b="0" lang="ru-RU" sz="16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97" name="" descr=""/>
          <p:cNvPicPr/>
          <p:nvPr/>
        </p:nvPicPr>
        <p:blipFill>
          <a:blip r:embed="rId1"/>
          <a:stretch/>
        </p:blipFill>
        <p:spPr>
          <a:xfrm>
            <a:off x="2916000" y="1908000"/>
            <a:ext cx="3237120" cy="808200"/>
          </a:xfrm>
          <a:prstGeom prst="rect">
            <a:avLst/>
          </a:prstGeom>
          <a:ln w="0">
            <a:noFill/>
          </a:ln>
        </p:spPr>
      </p:pic>
      <p:pic>
        <p:nvPicPr>
          <p:cNvPr id="98" name="" descr=""/>
          <p:cNvPicPr/>
          <p:nvPr/>
        </p:nvPicPr>
        <p:blipFill>
          <a:blip r:embed="rId2"/>
          <a:stretch/>
        </p:blipFill>
        <p:spPr>
          <a:xfrm>
            <a:off x="3839760" y="3105720"/>
            <a:ext cx="1474920" cy="712800"/>
          </a:xfrm>
          <a:prstGeom prst="rect">
            <a:avLst/>
          </a:prstGeom>
          <a:ln w="0">
            <a:noFill/>
          </a:ln>
        </p:spPr>
      </p:pic>
      <p:pic>
        <p:nvPicPr>
          <p:cNvPr id="99" name="" descr=""/>
          <p:cNvPicPr/>
          <p:nvPr/>
        </p:nvPicPr>
        <p:blipFill>
          <a:blip r:embed="rId3"/>
          <a:stretch/>
        </p:blipFill>
        <p:spPr>
          <a:xfrm>
            <a:off x="3420000" y="4320000"/>
            <a:ext cx="2389320" cy="78912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PlaceHolder 1"/>
          <p:cNvSpPr>
            <a:spLocks noGrp="1"/>
          </p:cNvSpPr>
          <p:nvPr>
            <p:ph type="title"/>
          </p:nvPr>
        </p:nvSpPr>
        <p:spPr>
          <a:xfrm>
            <a:off x="457200" y="340200"/>
            <a:ext cx="6820560" cy="5821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rmAutofit/>
          </a:bodyPr>
          <a:p>
            <a:pPr indent="0" defTabSz="45720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RU" sz="3200" spc="-1" strike="noStrike">
                <a:solidFill>
                  <a:schemeClr val="lt1"/>
                </a:solidFill>
                <a:latin typeface="Golos Text DemiBold"/>
              </a:rPr>
              <a:t>Анализ «узкого места» склада</a:t>
            </a:r>
            <a:endParaRPr b="0" lang="ru-RU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1" name=""/>
          <p:cNvSpPr/>
          <p:nvPr/>
        </p:nvSpPr>
        <p:spPr>
          <a:xfrm>
            <a:off x="720360" y="1519920"/>
            <a:ext cx="7378560" cy="2259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spcBef>
                <a:spcPts val="340"/>
              </a:spcBef>
              <a:spcAft>
                <a:spcPts val="142"/>
              </a:spcAft>
            </a:pPr>
            <a:r>
              <a:rPr b="1" lang="ru-RU" sz="1800" spc="-1" strike="noStrike">
                <a:solidFill>
                  <a:srgbClr val="000000"/>
                </a:solidFill>
                <a:latin typeface="Arial"/>
              </a:rPr>
              <a:t>Анализ загрузки узлов: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spcBef>
                <a:spcPts val="340"/>
              </a:spcBef>
              <a:spcAft>
                <a:spcPts val="142"/>
              </a:spcAft>
            </a:pP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 marL="216000" indent="-216000">
              <a:lnSpc>
                <a:spcPct val="100000"/>
              </a:lnSpc>
              <a:spcBef>
                <a:spcPts val="340"/>
              </a:spcBef>
              <a:spcAft>
                <a:spcPts val="142"/>
              </a:spcAft>
              <a:buClr>
                <a:srgbClr val="000000"/>
              </a:buClr>
              <a:buFont typeface="Symbol" charset="2"/>
              <a:buChar char=""/>
            </a:pPr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Составляем матрицу переходов и вектор внешней нагрузки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spcBef>
                <a:spcPts val="340"/>
              </a:spcBef>
              <a:spcAft>
                <a:spcPts val="142"/>
              </a:spcAft>
            </a:pP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 marL="216000" indent="-216000">
              <a:lnSpc>
                <a:spcPct val="100000"/>
              </a:lnSpc>
              <a:spcBef>
                <a:spcPts val="340"/>
              </a:spcBef>
              <a:spcAft>
                <a:spcPts val="142"/>
              </a:spcAft>
              <a:buClr>
                <a:srgbClr val="000000"/>
              </a:buClr>
              <a:buFont typeface="Symbol" charset="2"/>
              <a:buChar char=""/>
            </a:pPr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Вычисляем вектор загрузки узлов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spcBef>
                <a:spcPts val="340"/>
              </a:spcBef>
              <a:spcAft>
                <a:spcPts val="142"/>
              </a:spcAft>
            </a:pP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 marL="216000" indent="-216000">
              <a:lnSpc>
                <a:spcPct val="100000"/>
              </a:lnSpc>
              <a:spcBef>
                <a:spcPts val="340"/>
              </a:spcBef>
              <a:spcAft>
                <a:spcPts val="142"/>
              </a:spcAft>
              <a:buClr>
                <a:srgbClr val="000000"/>
              </a:buClr>
              <a:buFont typeface="Symbol" charset="2"/>
              <a:buChar char=""/>
            </a:pPr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Вычисляем относительную загрузку каждого узла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spcBef>
                <a:spcPts val="340"/>
              </a:spcBef>
              <a:spcAft>
                <a:spcPts val="142"/>
              </a:spcAft>
            </a:pP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 marL="216000" indent="-216000">
              <a:lnSpc>
                <a:spcPct val="100000"/>
              </a:lnSpc>
              <a:spcBef>
                <a:spcPts val="340"/>
              </a:spcBef>
              <a:spcAft>
                <a:spcPts val="142"/>
              </a:spcAft>
              <a:buClr>
                <a:srgbClr val="000000"/>
              </a:buClr>
              <a:buFont typeface="Symbol" charset="2"/>
              <a:buChar char=""/>
            </a:pPr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Анализируем, формируем рекомендации по исправлению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spcBef>
                <a:spcPts val="340"/>
              </a:spcBef>
              <a:spcAft>
                <a:spcPts val="142"/>
              </a:spcAft>
            </a:pP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PlaceHolder 1"/>
          <p:cNvSpPr>
            <a:spLocks noGrp="1"/>
          </p:cNvSpPr>
          <p:nvPr>
            <p:ph type="title"/>
          </p:nvPr>
        </p:nvSpPr>
        <p:spPr>
          <a:xfrm>
            <a:off x="457200" y="340200"/>
            <a:ext cx="6820560" cy="5821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rmAutofit/>
          </a:bodyPr>
          <a:p>
            <a:pPr indent="0" defTabSz="45720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RU" sz="3200" spc="-1" strike="noStrike">
                <a:solidFill>
                  <a:schemeClr val="lt1"/>
                </a:solidFill>
                <a:latin typeface="Golos Text DemiBold"/>
              </a:rPr>
              <a:t>Анализ «узкого места» склада</a:t>
            </a:r>
            <a:endParaRPr b="0" lang="ru-RU" sz="3200" spc="-1" strike="noStrike">
              <a:solidFill>
                <a:srgbClr val="000000"/>
              </a:solidFill>
              <a:latin typeface="Arial"/>
            </a:endParaRPr>
          </a:p>
        </p:txBody>
      </p:sp>
      <p:graphicFrame>
        <p:nvGraphicFramePr>
          <p:cNvPr id="103" name=""/>
          <p:cNvGraphicFramePr/>
          <p:nvPr/>
        </p:nvGraphicFramePr>
        <p:xfrm>
          <a:off x="659160" y="1473480"/>
          <a:ext cx="7389720" cy="1379520"/>
        </p:xfrm>
        <a:graphic>
          <a:graphicData uri="http://schemas.openxmlformats.org/drawingml/2006/table">
            <a:tbl>
              <a:tblPr/>
              <a:tblGrid>
                <a:gridCol w="1304640"/>
                <a:gridCol w="1304640"/>
                <a:gridCol w="1304280"/>
                <a:gridCol w="1304640"/>
                <a:gridCol w="2171880"/>
              </a:tblGrid>
              <a:tr h="325440">
                <a:tc>
                  <a:txBody>
                    <a:bodyPr lIns="36000" rIns="36000"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1" lang="ru-RU" sz="1800" spc="-1" strike="noStrike">
                          <a:solidFill>
                            <a:srgbClr val="000000"/>
                          </a:solidFill>
                          <a:latin typeface="Times New Roman"/>
                        </a:rPr>
                        <a:t>Узел</a:t>
                      </a:r>
                      <a:endParaRPr b="0" lang="ru-RU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36000" marR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1" lang="ru-RU" sz="1800" spc="-1" strike="noStrike">
                          <a:solidFill>
                            <a:srgbClr val="000000"/>
                          </a:solidFill>
                          <a:latin typeface="Times New Roman"/>
                        </a:rPr>
                        <a:t>λᵢ (ед./час)</a:t>
                      </a:r>
                      <a:endParaRPr b="0" lang="ru-RU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36000" marR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1" lang="ru-RU" sz="1800" spc="-1" strike="noStrike">
                          <a:solidFill>
                            <a:srgbClr val="000000"/>
                          </a:solidFill>
                          <a:latin typeface="Times New Roman"/>
                        </a:rPr>
                        <a:t>μᵢ (ед./час)</a:t>
                      </a:r>
                      <a:endParaRPr b="0" lang="ru-RU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36000" marR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1" lang="ru-RU" sz="1800" spc="-1" strike="noStrike">
                          <a:solidFill>
                            <a:srgbClr val="000000"/>
                          </a:solidFill>
                          <a:latin typeface="Times New Roman"/>
                        </a:rPr>
                        <a:t>ρᵢ</a:t>
                      </a:r>
                      <a:endParaRPr b="0" lang="ru-RU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36000" marR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1" lang="ru-RU" sz="1800" spc="-1" strike="noStrike">
                          <a:solidFill>
                            <a:srgbClr val="000000"/>
                          </a:solidFill>
                          <a:latin typeface="Times New Roman"/>
                        </a:rPr>
                        <a:t>Анализ</a:t>
                      </a:r>
                      <a:endParaRPr b="0" lang="ru-RU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36000" marR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325440">
                <a:tc>
                  <a:txBody>
                    <a:bodyPr lIns="36000" rIns="36000"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0" lang="ru-RU" sz="1800" spc="-1" strike="noStrike">
                          <a:solidFill>
                            <a:srgbClr val="000000"/>
                          </a:solidFill>
                          <a:latin typeface="Times New Roman"/>
                        </a:rPr>
                        <a:t>Приемка</a:t>
                      </a:r>
                      <a:endParaRPr b="0" lang="ru-RU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36000" marR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0" lang="ru-RU" sz="1800" spc="-1" strike="noStrike">
                          <a:solidFill>
                            <a:srgbClr val="000000"/>
                          </a:solidFill>
                          <a:latin typeface="Times New Roman"/>
                        </a:rPr>
                        <a:t>14.63</a:t>
                      </a:r>
                      <a:endParaRPr b="0" lang="ru-RU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36000" marR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0" lang="ru-RU" sz="1800" spc="-1" strike="noStrike">
                          <a:solidFill>
                            <a:srgbClr val="000000"/>
                          </a:solidFill>
                          <a:latin typeface="Times New Roman"/>
                        </a:rPr>
                        <a:t>10</a:t>
                      </a:r>
                      <a:endParaRPr b="0" lang="ru-RU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36000" marR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0" lang="ru-RU" sz="1800" spc="-1" strike="noStrike">
                          <a:solidFill>
                            <a:srgbClr val="000000"/>
                          </a:solidFill>
                          <a:latin typeface="Times New Roman"/>
                        </a:rPr>
                        <a:t>1.463</a:t>
                      </a:r>
                      <a:endParaRPr b="0" lang="ru-RU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36000" marR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1" lang="ru-RU" sz="1800" spc="-1" strike="noStrike">
                          <a:solidFill>
                            <a:srgbClr val="000000"/>
                          </a:solidFill>
                          <a:latin typeface="Times New Roman"/>
                        </a:rPr>
                        <a:t>Перегрузка! (ρ &gt; 1)</a:t>
                      </a:r>
                      <a:endParaRPr b="0" lang="ru-RU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36000" marR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325440">
                <a:tc>
                  <a:txBody>
                    <a:bodyPr lIns="36000" rIns="36000"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0" lang="ru-RU" sz="1800" spc="-1" strike="noStrike">
                          <a:solidFill>
                            <a:srgbClr val="000000"/>
                          </a:solidFill>
                          <a:latin typeface="Times New Roman"/>
                        </a:rPr>
                        <a:t>Хранение</a:t>
                      </a:r>
                      <a:endParaRPr b="0" lang="ru-RU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36000" marR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0" lang="ru-RU" sz="1800" spc="-1" strike="noStrike">
                          <a:solidFill>
                            <a:srgbClr val="000000"/>
                          </a:solidFill>
                          <a:latin typeface="Times New Roman"/>
                        </a:rPr>
                        <a:t>13.17</a:t>
                      </a:r>
                      <a:endParaRPr b="0" lang="ru-RU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36000" marR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0" lang="ru-RU" sz="1800" spc="-1" strike="noStrike">
                          <a:solidFill>
                            <a:srgbClr val="000000"/>
                          </a:solidFill>
                          <a:latin typeface="Times New Roman"/>
                        </a:rPr>
                        <a:t>15</a:t>
                      </a:r>
                      <a:endParaRPr b="0" lang="ru-RU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36000" marR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0" lang="ru-RU" sz="1800" spc="-1" strike="noStrike">
                          <a:solidFill>
                            <a:srgbClr val="000000"/>
                          </a:solidFill>
                          <a:latin typeface="Times New Roman"/>
                        </a:rPr>
                        <a:t>0.878</a:t>
                      </a:r>
                      <a:endParaRPr b="0" lang="ru-RU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36000" marR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0" lang="ru-RU" sz="1800" spc="-1" strike="noStrike">
                          <a:solidFill>
                            <a:srgbClr val="000000"/>
                          </a:solidFill>
                          <a:latin typeface="Times New Roman"/>
                        </a:rPr>
                        <a:t>Высокая загрузка</a:t>
                      </a:r>
                      <a:endParaRPr b="0" lang="ru-RU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36000" marR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325440">
                <a:tc>
                  <a:txBody>
                    <a:bodyPr lIns="36000" rIns="36000"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0" lang="ru-RU" sz="1800" spc="-1" strike="noStrike">
                          <a:solidFill>
                            <a:srgbClr val="000000"/>
                          </a:solidFill>
                          <a:latin typeface="Times New Roman"/>
                        </a:rPr>
                        <a:t>Отгрузка</a:t>
                      </a:r>
                      <a:endParaRPr b="0" lang="ru-RU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36000" marR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0" lang="ru-RU" sz="1800" spc="-1" strike="noStrike">
                          <a:solidFill>
                            <a:srgbClr val="000000"/>
                          </a:solidFill>
                          <a:latin typeface="Times New Roman"/>
                        </a:rPr>
                        <a:t>10.54</a:t>
                      </a:r>
                      <a:endParaRPr b="0" lang="ru-RU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36000" marR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0" lang="ru-RU" sz="1800" spc="-1" strike="noStrike">
                          <a:solidFill>
                            <a:srgbClr val="000000"/>
                          </a:solidFill>
                          <a:latin typeface="Times New Roman"/>
                        </a:rPr>
                        <a:t>12</a:t>
                      </a:r>
                      <a:endParaRPr b="0" lang="ru-RU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36000" marR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0" lang="ru-RU" sz="1800" spc="-1" strike="noStrike">
                          <a:solidFill>
                            <a:srgbClr val="000000"/>
                          </a:solidFill>
                          <a:latin typeface="Times New Roman"/>
                        </a:rPr>
                        <a:t>0.878</a:t>
                      </a:r>
                      <a:endParaRPr b="0" lang="ru-RU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36000" marR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0" lang="ru-RU" sz="1800" spc="-1" strike="noStrike">
                          <a:solidFill>
                            <a:srgbClr val="000000"/>
                          </a:solidFill>
                          <a:latin typeface="Times New Roman"/>
                        </a:rPr>
                        <a:t>Высокая загрузка</a:t>
                      </a:r>
                      <a:endParaRPr b="0" lang="ru-RU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36000" marR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104" name=""/>
          <p:cNvSpPr/>
          <p:nvPr/>
        </p:nvSpPr>
        <p:spPr>
          <a:xfrm>
            <a:off x="1080000" y="3139560"/>
            <a:ext cx="6658920" cy="1899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spcBef>
                <a:spcPts val="340"/>
              </a:spcBef>
              <a:spcAft>
                <a:spcPts val="142"/>
              </a:spcAft>
            </a:pPr>
            <a:r>
              <a:rPr b="1" lang="ru-RU" sz="1800" spc="-1" strike="noStrike">
                <a:solidFill>
                  <a:srgbClr val="000000"/>
                </a:solidFill>
                <a:latin typeface="Arial"/>
              </a:rPr>
              <a:t>Варианты оптимизации: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 marL="216000" indent="-216000">
              <a:lnSpc>
                <a:spcPct val="100000"/>
              </a:lnSpc>
              <a:spcBef>
                <a:spcPts val="340"/>
              </a:spcBef>
              <a:spcAft>
                <a:spcPts val="142"/>
              </a:spcAft>
              <a:buClr>
                <a:srgbClr val="000000"/>
              </a:buClr>
              <a:buFont typeface="Symbol" charset="2"/>
              <a:buChar char=""/>
            </a:pPr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Увеличиваем пропускную способность узкого места?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 marL="216000" indent="-216000">
              <a:lnSpc>
                <a:spcPct val="100000"/>
              </a:lnSpc>
              <a:spcBef>
                <a:spcPts val="340"/>
              </a:spcBef>
              <a:spcAft>
                <a:spcPts val="142"/>
              </a:spcAft>
              <a:buClr>
                <a:srgbClr val="000000"/>
              </a:buClr>
              <a:buFont typeface="Symbol" charset="2"/>
              <a:buChar char=""/>
            </a:pPr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Меняем потоки данных внутри системы? 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 marL="216000" indent="-216000">
              <a:lnSpc>
                <a:spcPct val="100000"/>
              </a:lnSpc>
              <a:spcBef>
                <a:spcPts val="340"/>
              </a:spcBef>
              <a:spcAft>
                <a:spcPts val="142"/>
              </a:spcAft>
              <a:buClr>
                <a:srgbClr val="000000"/>
              </a:buClr>
              <a:buFont typeface="Symbol" charset="2"/>
              <a:buChar char=""/>
            </a:pPr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Вводим дополнительные узлы?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spcBef>
                <a:spcPts val="340"/>
              </a:spcBef>
              <a:spcAft>
                <a:spcPts val="142"/>
              </a:spcAft>
            </a:pP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PlaceHolder 1"/>
          <p:cNvSpPr>
            <a:spLocks noGrp="1"/>
          </p:cNvSpPr>
          <p:nvPr>
            <p:ph type="title"/>
          </p:nvPr>
        </p:nvSpPr>
        <p:spPr>
          <a:xfrm>
            <a:off x="315360" y="129240"/>
            <a:ext cx="7423560" cy="94968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1440" rIns="91440" tIns="45720" bIns="4572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ru-RU" sz="3600" spc="-1" strike="noStrike">
                <a:solidFill>
                  <a:srgbClr val="ffffff"/>
                </a:solidFill>
                <a:latin typeface="Arial"/>
              </a:rPr>
              <a:t>Агентные модели</a:t>
            </a:r>
            <a:endParaRPr b="0" lang="ru-RU" sz="3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6" name="PlaceHolder 2"/>
          <p:cNvSpPr>
            <a:spLocks noGrp="1"/>
          </p:cNvSpPr>
          <p:nvPr>
            <p:ph/>
          </p:nvPr>
        </p:nvSpPr>
        <p:spPr>
          <a:xfrm>
            <a:off x="540000" y="1581480"/>
            <a:ext cx="8226360" cy="376884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1440" rIns="91440" tIns="45720" bIns="45720" anchor="t">
            <a:noAutofit/>
          </a:bodyPr>
          <a:p>
            <a:pPr marL="395280" indent="-457200">
              <a:lnSpc>
                <a:spcPct val="115000"/>
              </a:lnSpc>
              <a:spcBef>
                <a:spcPts val="1191"/>
              </a:spcBef>
              <a:spcAft>
                <a:spcPts val="992"/>
              </a:spcAft>
              <a:buNone/>
              <a:tabLst>
                <a:tab algn="l" pos="0"/>
              </a:tabLst>
            </a:pPr>
            <a:r>
              <a:rPr b="0" lang="ru-RU" sz="1800" spc="-1" strike="noStrike">
                <a:solidFill>
                  <a:schemeClr val="dk1"/>
                </a:solidFill>
                <a:latin typeface="Arial"/>
              </a:rPr>
              <a:t>Агентные модели — подход, где система моделируется как совокупность </a:t>
            </a:r>
            <a:r>
              <a:rPr b="1" lang="ru-RU" sz="1800" spc="-1" strike="noStrike">
                <a:solidFill>
                  <a:schemeClr val="dk1"/>
                </a:solidFill>
                <a:latin typeface="Arial"/>
              </a:rPr>
              <a:t>автономных</a:t>
            </a:r>
            <a:r>
              <a:rPr b="0" lang="ru-RU" sz="1800" spc="-1" strike="noStrike">
                <a:solidFill>
                  <a:schemeClr val="dk1"/>
                </a:solidFill>
                <a:latin typeface="Arial"/>
              </a:rPr>
              <a:t> агентов, взаимодействующих по заданным правилам. Параметрами системы является совокупность </a:t>
            </a:r>
            <a:r>
              <a:rPr b="1" lang="ru-RU" sz="1800" spc="-1" strike="noStrike">
                <a:solidFill>
                  <a:schemeClr val="dk1"/>
                </a:solidFill>
                <a:latin typeface="Arial"/>
              </a:rPr>
              <a:t>условий</a:t>
            </a:r>
            <a:r>
              <a:rPr b="0" lang="ru-RU" sz="1800" spc="-1" strike="noStrike">
                <a:solidFill>
                  <a:schemeClr val="dk1"/>
                </a:solidFill>
                <a:latin typeface="Arial"/>
              </a:rPr>
              <a:t>, в которых действуют агенты, характеристиками — количественные аспекты </a:t>
            </a:r>
            <a:r>
              <a:rPr b="1" lang="ru-RU" sz="1800" spc="-1" strike="noStrike">
                <a:solidFill>
                  <a:schemeClr val="dk1"/>
                </a:solidFill>
                <a:latin typeface="Arial"/>
              </a:rPr>
              <a:t>поведения агентов</a:t>
            </a:r>
            <a:r>
              <a:rPr b="0" lang="ru-RU" sz="1800" spc="-1" strike="noStrike">
                <a:solidFill>
                  <a:schemeClr val="dk1"/>
                </a:solidFill>
                <a:latin typeface="Arial"/>
              </a:rPr>
              <a:t> в итоге (либо в динамике). 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 lvl="2" marL="457200" indent="-4572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algn="l" pos="0"/>
              </a:tabLst>
            </a:pPr>
            <a:r>
              <a:rPr b="0" lang="ru-RU" sz="1800" spc="-1" strike="noStrike">
                <a:solidFill>
                  <a:schemeClr val="dk1"/>
                </a:solidFill>
                <a:latin typeface="Arial"/>
              </a:rPr>
              <a:t>Модель является децентрализованной.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 lvl="2" marL="457200" indent="-4572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algn="l" pos="0"/>
              </a:tabLst>
            </a:pPr>
            <a:r>
              <a:rPr b="0" lang="ru-RU" sz="1800" spc="-1" strike="noStrike">
                <a:solidFill>
                  <a:schemeClr val="dk1"/>
                </a:solidFill>
                <a:latin typeface="Arial"/>
              </a:rPr>
              <a:t>Агенты обладают поведением и памятью.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 lvl="2" marL="457200" indent="-4572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algn="l" pos="0"/>
              </a:tabLst>
            </a:pPr>
            <a:r>
              <a:rPr b="0" lang="ru-RU" sz="1800" spc="-1" strike="noStrike">
                <a:solidFill>
                  <a:schemeClr val="dk1"/>
                </a:solidFill>
                <a:latin typeface="Arial"/>
              </a:rPr>
              <a:t>Свойство модели — </a:t>
            </a:r>
            <a:r>
              <a:rPr b="1" lang="ru-RU" sz="1800" spc="-1" strike="noStrike">
                <a:solidFill>
                  <a:schemeClr val="dk1"/>
                </a:solidFill>
                <a:latin typeface="Arial"/>
              </a:rPr>
              <a:t>эмерджентность</a:t>
            </a:r>
            <a:r>
              <a:rPr b="0" lang="ru-RU" sz="1800" spc="-1" strike="noStrike">
                <a:solidFill>
                  <a:schemeClr val="dk1"/>
                </a:solidFill>
                <a:latin typeface="Arial"/>
              </a:rPr>
              <a:t>: возникновение глобальных эффектов из локальных взаимодействий.</a:t>
            </a:r>
            <a:r>
              <a:rPr b="0" lang="ru-RU" sz="2100" spc="-1" strike="noStrike">
                <a:solidFill>
                  <a:schemeClr val="dk1"/>
                </a:solidFill>
                <a:latin typeface="Arial"/>
              </a:rPr>
              <a:t> </a:t>
            </a:r>
            <a:endParaRPr b="0" lang="ru-RU" sz="21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PlaceHolder 1"/>
          <p:cNvSpPr>
            <a:spLocks noGrp="1"/>
          </p:cNvSpPr>
          <p:nvPr>
            <p:ph type="title"/>
          </p:nvPr>
        </p:nvSpPr>
        <p:spPr>
          <a:xfrm>
            <a:off x="315360" y="129240"/>
            <a:ext cx="7423560" cy="94968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1440" rIns="91440" tIns="45720" bIns="4572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ru-RU" sz="3600" spc="-1" strike="noStrike">
                <a:solidFill>
                  <a:srgbClr val="ffffff"/>
                </a:solidFill>
                <a:latin typeface="Arial"/>
              </a:rPr>
              <a:t>Примеры применения</a:t>
            </a:r>
            <a:endParaRPr b="0" lang="ru-RU" sz="3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8" name="PlaceHolder 2"/>
          <p:cNvSpPr>
            <a:spLocks noGrp="1"/>
          </p:cNvSpPr>
          <p:nvPr>
            <p:ph/>
          </p:nvPr>
        </p:nvSpPr>
        <p:spPr>
          <a:xfrm>
            <a:off x="540000" y="1509480"/>
            <a:ext cx="8226360" cy="376884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1440" rIns="91440" tIns="45720" bIns="45720" anchor="t">
            <a:noAutofit/>
          </a:bodyPr>
          <a:p>
            <a:pPr marL="395280" indent="-4572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None/>
              <a:tabLst>
                <a:tab algn="l" pos="0"/>
              </a:tabLst>
            </a:pPr>
            <a:r>
              <a:rPr b="0" lang="ru-RU" sz="2100" spc="-1" strike="noStrike">
                <a:solidFill>
                  <a:schemeClr val="dk1"/>
                </a:solidFill>
                <a:latin typeface="Arial"/>
              </a:rPr>
              <a:t>Агентные модели применяются в случаях, когда закон функционирования системы на глобальном уровне сложен или не известен, но имеется возможность описать законы функционирования каждого из агентов. </a:t>
            </a:r>
            <a:endParaRPr b="0" lang="ru-RU" sz="2100" spc="-1" strike="noStrike">
              <a:solidFill>
                <a:srgbClr val="000000"/>
              </a:solidFill>
              <a:latin typeface="Arial"/>
            </a:endParaRPr>
          </a:p>
          <a:p>
            <a:pPr lvl="2" marL="457200" indent="-4572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Pct val="45000"/>
              <a:buFont typeface="Wingdings" charset="2"/>
              <a:buChar char=""/>
              <a:tabLst>
                <a:tab algn="l" pos="0"/>
              </a:tabLst>
            </a:pPr>
            <a:r>
              <a:rPr b="0" lang="ru-RU" sz="2100" spc="-1" strike="noStrike">
                <a:solidFill>
                  <a:schemeClr val="dk1"/>
                </a:solidFill>
                <a:latin typeface="Arial"/>
              </a:rPr>
              <a:t>Социальные системы (рост соцсетей).</a:t>
            </a:r>
            <a:endParaRPr b="0" lang="ru-RU" sz="2100" spc="-1" strike="noStrike">
              <a:solidFill>
                <a:srgbClr val="000000"/>
              </a:solidFill>
              <a:latin typeface="Arial"/>
            </a:endParaRPr>
          </a:p>
          <a:p>
            <a:pPr lvl="2" marL="457200" indent="-4572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Pct val="45000"/>
              <a:buFont typeface="Wingdings" charset="2"/>
              <a:buChar char=""/>
              <a:tabLst>
                <a:tab algn="l" pos="0"/>
              </a:tabLst>
            </a:pPr>
            <a:r>
              <a:rPr b="0" lang="ru-RU" sz="2100" spc="-1" strike="noStrike">
                <a:solidFill>
                  <a:schemeClr val="dk1"/>
                </a:solidFill>
                <a:latin typeface="Arial"/>
              </a:rPr>
              <a:t>Транспортные потоки.</a:t>
            </a:r>
            <a:endParaRPr b="0" lang="ru-RU" sz="2100" spc="-1" strike="noStrike">
              <a:solidFill>
                <a:srgbClr val="000000"/>
              </a:solidFill>
              <a:latin typeface="Arial"/>
            </a:endParaRPr>
          </a:p>
          <a:p>
            <a:pPr lvl="2" marL="457200" indent="-4572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Pct val="45000"/>
              <a:buFont typeface="Wingdings" charset="2"/>
              <a:buChar char=""/>
              <a:tabLst>
                <a:tab algn="l" pos="0"/>
              </a:tabLst>
            </a:pPr>
            <a:r>
              <a:rPr b="0" lang="ru-RU" sz="2100" spc="-1" strike="noStrike">
                <a:solidFill>
                  <a:schemeClr val="dk1"/>
                </a:solidFill>
                <a:latin typeface="Arial"/>
              </a:rPr>
              <a:t>Биологические системы (поведение стай и популяций).</a:t>
            </a:r>
            <a:endParaRPr b="0" lang="ru-RU" sz="2100" spc="-1" strike="noStrike">
              <a:solidFill>
                <a:srgbClr val="000000"/>
              </a:solidFill>
              <a:latin typeface="Arial"/>
            </a:endParaRPr>
          </a:p>
          <a:p>
            <a:pPr marL="457200" indent="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None/>
              <a:tabLst>
                <a:tab algn="l" pos="0"/>
              </a:tabLst>
            </a:pPr>
            <a:endParaRPr b="0" lang="ru-RU" sz="21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PlaceHolder 1"/>
          <p:cNvSpPr>
            <a:spLocks noGrp="1"/>
          </p:cNvSpPr>
          <p:nvPr>
            <p:ph type="title"/>
          </p:nvPr>
        </p:nvSpPr>
        <p:spPr>
          <a:xfrm>
            <a:off x="315360" y="129240"/>
            <a:ext cx="7423560" cy="94968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1440" rIns="91440" tIns="45720" bIns="4572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ru-RU" sz="3600" spc="-1" strike="noStrike">
                <a:solidFill>
                  <a:srgbClr val="ffffff"/>
                </a:solidFill>
                <a:latin typeface="Arial"/>
              </a:rPr>
              <a:t>Правила выбора модели</a:t>
            </a:r>
            <a:endParaRPr b="0" lang="ru-RU" sz="3600" spc="-1" strike="noStrike">
              <a:solidFill>
                <a:srgbClr val="000000"/>
              </a:solidFill>
              <a:latin typeface="Arial"/>
            </a:endParaRPr>
          </a:p>
        </p:txBody>
      </p:sp>
      <p:graphicFrame>
        <p:nvGraphicFramePr>
          <p:cNvPr id="110" name=""/>
          <p:cNvGraphicFramePr/>
          <p:nvPr/>
        </p:nvGraphicFramePr>
        <p:xfrm>
          <a:off x="693000" y="1472400"/>
          <a:ext cx="7763400" cy="3568320"/>
        </p:xfrm>
        <a:graphic>
          <a:graphicData uri="http://schemas.openxmlformats.org/drawingml/2006/table">
            <a:tbl>
              <a:tblPr/>
              <a:tblGrid>
                <a:gridCol w="2181600"/>
                <a:gridCol w="2057040"/>
                <a:gridCol w="1761840"/>
                <a:gridCol w="1763280"/>
              </a:tblGrid>
              <a:tr h="961200">
                <a:tc>
                  <a:txBody>
                    <a:bodyPr lIns="36000" rIns="36000"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1" lang="ru-RU" sz="1500" spc="-1" strike="noStrike">
                          <a:solidFill>
                            <a:srgbClr val="000000"/>
                          </a:solidFill>
                          <a:latin typeface="Times New Roman"/>
                        </a:rPr>
                        <a:t>Критерий</a:t>
                      </a:r>
                      <a:endParaRPr b="0" lang="ru-RU" sz="15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36000" marR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1" lang="ru-RU" sz="1500" spc="-1" strike="noStrike">
                          <a:solidFill>
                            <a:srgbClr val="000000"/>
                          </a:solidFill>
                          <a:latin typeface="Times New Roman"/>
                        </a:rPr>
                        <a:t>Агентное моделирование (АМ)</a:t>
                      </a:r>
                      <a:endParaRPr b="0" lang="ru-RU" sz="15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36000" marR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1" lang="ru-RU" sz="1500" spc="-1" strike="noStrike">
                          <a:solidFill>
                            <a:srgbClr val="000000"/>
                          </a:solidFill>
                          <a:latin typeface="Times New Roman"/>
                        </a:rPr>
                        <a:t>Системная динамика (СД)</a:t>
                      </a:r>
                      <a:endParaRPr b="0" lang="ru-RU" sz="15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36000" marR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1" lang="ru-RU" sz="1500" spc="-1" strike="noStrike">
                          <a:solidFill>
                            <a:srgbClr val="000000"/>
                          </a:solidFill>
                          <a:latin typeface="Times New Roman"/>
                        </a:rPr>
                        <a:t>Дискретно-событийное моделирование (DES)</a:t>
                      </a:r>
                      <a:endParaRPr b="0" lang="ru-RU" sz="15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36000" marR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763560">
                <a:tc>
                  <a:txBody>
                    <a:bodyPr lIns="36000" rIns="36000"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1" lang="ru-RU" sz="1500" spc="-1" strike="noStrike">
                          <a:solidFill>
                            <a:srgbClr val="000000"/>
                          </a:solidFill>
                          <a:latin typeface="Times New Roman"/>
                        </a:rPr>
                        <a:t>Уровень детализации</a:t>
                      </a:r>
                      <a:endParaRPr b="0" lang="ru-RU" sz="15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36000" marR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0" lang="ru-RU" sz="1500" spc="-1" strike="noStrike">
                          <a:solidFill>
                            <a:srgbClr val="000000"/>
                          </a:solidFill>
                          <a:latin typeface="Times New Roman"/>
                        </a:rPr>
                        <a:t>Микроуровень (отдельные агенты)</a:t>
                      </a:r>
                      <a:endParaRPr b="0" lang="ru-RU" sz="15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36000" marR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0" lang="ru-RU" sz="1500" spc="-1" strike="noStrike">
                          <a:solidFill>
                            <a:srgbClr val="000000"/>
                          </a:solidFill>
                          <a:latin typeface="Times New Roman"/>
                        </a:rPr>
                        <a:t>Макроуровень (потоки и запасы)</a:t>
                      </a:r>
                      <a:endParaRPr b="0" lang="ru-RU" sz="15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36000" marR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0" lang="ru-RU" sz="1500" spc="-1" strike="noStrike">
                          <a:solidFill>
                            <a:srgbClr val="000000"/>
                          </a:solidFill>
                          <a:latin typeface="Times New Roman"/>
                        </a:rPr>
                        <a:t>Мезоуровень (отдельные события / процессы)</a:t>
                      </a:r>
                      <a:endParaRPr b="0" lang="ru-RU" sz="15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36000" marR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583560">
                <a:tc>
                  <a:txBody>
                    <a:bodyPr lIns="36000" rIns="36000"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1" lang="ru-RU" sz="1500" spc="-1" strike="noStrike">
                          <a:solidFill>
                            <a:srgbClr val="000000"/>
                          </a:solidFill>
                          <a:latin typeface="Times New Roman"/>
                        </a:rPr>
                        <a:t>Объекты модели</a:t>
                      </a:r>
                      <a:endParaRPr b="0" lang="ru-RU" sz="15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36000" marR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0" lang="ru-RU" sz="1500" spc="-1" strike="noStrike">
                          <a:solidFill>
                            <a:srgbClr val="000000"/>
                          </a:solidFill>
                          <a:latin typeface="Times New Roman"/>
                        </a:rPr>
                        <a:t>Автономные агенты с поведением</a:t>
                      </a:r>
                      <a:endParaRPr b="0" lang="ru-RU" sz="15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36000" marR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0" lang="ru-RU" sz="1500" spc="-1" strike="noStrike">
                          <a:solidFill>
                            <a:srgbClr val="000000"/>
                          </a:solidFill>
                          <a:latin typeface="Times New Roman"/>
                        </a:rPr>
                        <a:t>Переменные и обратные связи</a:t>
                      </a:r>
                      <a:endParaRPr b="0" lang="ru-RU" sz="15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36000" marR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0" lang="ru-RU" sz="1500" spc="-1" strike="noStrike">
                          <a:solidFill>
                            <a:srgbClr val="000000"/>
                          </a:solidFill>
                          <a:latin typeface="Times New Roman"/>
                        </a:rPr>
                        <a:t>Сущности, ресурсы, очереди</a:t>
                      </a:r>
                      <a:endParaRPr b="0" lang="ru-RU" sz="15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36000" marR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740880">
                <a:tc>
                  <a:txBody>
                    <a:bodyPr lIns="36000" rIns="36000"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1" lang="ru-RU" sz="1500" spc="-1" strike="noStrike">
                          <a:solidFill>
                            <a:srgbClr val="000000"/>
                          </a:solidFill>
                          <a:latin typeface="Times New Roman"/>
                        </a:rPr>
                        <a:t>Взаимодействия</a:t>
                      </a:r>
                      <a:endParaRPr b="0" lang="ru-RU" sz="15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36000" marR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0" lang="ru-RU" sz="1500" spc="-1" strike="noStrike">
                          <a:solidFill>
                            <a:srgbClr val="000000"/>
                          </a:solidFill>
                          <a:latin typeface="Times New Roman"/>
                        </a:rPr>
                        <a:t>Локальные, децентрализованные</a:t>
                      </a:r>
                      <a:endParaRPr b="0" lang="ru-RU" sz="15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36000" marR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0" lang="ru-RU" sz="1500" spc="-1" strike="noStrike">
                          <a:solidFill>
                            <a:srgbClr val="000000"/>
                          </a:solidFill>
                          <a:latin typeface="Times New Roman"/>
                        </a:rPr>
                        <a:t>Глобальные, через уравнения</a:t>
                      </a:r>
                      <a:endParaRPr b="0" lang="ru-RU" sz="15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36000" marR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0" lang="ru-RU" sz="1500" spc="-1" strike="noStrike">
                          <a:solidFill>
                            <a:srgbClr val="000000"/>
                          </a:solidFill>
                          <a:latin typeface="Times New Roman"/>
                        </a:rPr>
                        <a:t>Через централизованные события</a:t>
                      </a:r>
                      <a:endParaRPr b="0" lang="ru-RU" sz="15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36000" marR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519120">
                <a:tc>
                  <a:txBody>
                    <a:bodyPr lIns="36000" rIns="36000"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1" lang="ru-RU" sz="1500" spc="-1" strike="noStrike">
                          <a:solidFill>
                            <a:srgbClr val="000000"/>
                          </a:solidFill>
                          <a:latin typeface="Times New Roman"/>
                        </a:rPr>
                        <a:t>Пример</a:t>
                      </a:r>
                      <a:endParaRPr b="0" lang="ru-RU" sz="15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36000" marR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0" lang="ru-RU" sz="1500" spc="-1" strike="noStrike">
                          <a:solidFill>
                            <a:srgbClr val="000000"/>
                          </a:solidFill>
                          <a:latin typeface="Times New Roman"/>
                        </a:rPr>
                        <a:t>Пешеходы в городе</a:t>
                      </a:r>
                      <a:endParaRPr b="0" lang="ru-RU" sz="15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36000" marR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0" lang="ru-RU" sz="1500" spc="-1" strike="noStrike">
                          <a:solidFill>
                            <a:srgbClr val="000000"/>
                          </a:solidFill>
                          <a:latin typeface="Times New Roman"/>
                        </a:rPr>
                        <a:t>Динамика популяции</a:t>
                      </a:r>
                      <a:endParaRPr b="0" lang="ru-RU" sz="15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36000" marR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0" lang="ru-RU" sz="1500" spc="-1" strike="noStrike">
                          <a:solidFill>
                            <a:srgbClr val="000000"/>
                          </a:solidFill>
                          <a:latin typeface="Times New Roman"/>
                        </a:rPr>
                        <a:t>Работа call-центра</a:t>
                      </a:r>
                      <a:endParaRPr b="0" lang="ru-RU" sz="15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36000" marR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</a:tbl>
          </a:graphicData>
        </a:graphic>
      </p:graphicFrame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PlaceHolder 1"/>
          <p:cNvSpPr>
            <a:spLocks noGrp="1"/>
          </p:cNvSpPr>
          <p:nvPr>
            <p:ph type="title"/>
          </p:nvPr>
        </p:nvSpPr>
        <p:spPr>
          <a:xfrm>
            <a:off x="315360" y="129240"/>
            <a:ext cx="7423560" cy="94968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1440" rIns="91440" tIns="45720" bIns="4572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ru-RU" sz="3600" spc="-1" strike="noStrike">
                <a:solidFill>
                  <a:srgbClr val="ffffff"/>
                </a:solidFill>
                <a:latin typeface="Arial"/>
              </a:rPr>
              <a:t>Примеры выбора модели</a:t>
            </a:r>
            <a:endParaRPr b="0" lang="ru-RU" sz="3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2" name="PlaceHolder 2"/>
          <p:cNvSpPr>
            <a:spLocks noGrp="1"/>
          </p:cNvSpPr>
          <p:nvPr>
            <p:ph/>
          </p:nvPr>
        </p:nvSpPr>
        <p:spPr>
          <a:xfrm>
            <a:off x="540000" y="537840"/>
            <a:ext cx="8226360" cy="376884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1440" rIns="91440" tIns="45720" bIns="45720" anchor="t">
            <a:noAutofit/>
          </a:bodyPr>
          <a:p>
            <a:pPr marL="395280" indent="-4572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None/>
              <a:tabLst>
                <a:tab algn="l" pos="0"/>
              </a:tabLst>
            </a:pPr>
            <a:endParaRPr b="0" lang="ru-RU" sz="2100" spc="-1" strike="noStrike">
              <a:solidFill>
                <a:srgbClr val="000000"/>
              </a:solidFill>
              <a:latin typeface="Arial"/>
            </a:endParaRPr>
          </a:p>
          <a:p>
            <a:pPr lvl="2" marL="457200" indent="-4572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Pct val="45000"/>
              <a:buFont typeface="Wingdings" charset="2"/>
              <a:buChar char=""/>
              <a:tabLst>
                <a:tab algn="l" pos="0"/>
              </a:tabLst>
            </a:pPr>
            <a:r>
              <a:rPr b="0" lang="ru-RU" sz="2000" spc="-1" strike="noStrike">
                <a:solidFill>
                  <a:srgbClr val="000000"/>
                </a:solidFill>
                <a:latin typeface="Arial"/>
                <a:ea typeface="Noto Sans CJK SC"/>
              </a:rPr>
              <a:t>Агентное моделирование 🧍 → 🧍 → 🏙️:</a:t>
            </a:r>
            <a:endParaRPr b="0" lang="ru-RU" sz="20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283"/>
              </a:spcBef>
              <a:spcAft>
                <a:spcPts val="283"/>
              </a:spcAft>
              <a:buClr>
                <a:srgbClr val="000000"/>
              </a:buClr>
              <a:buSzPct val="75000"/>
              <a:buFont typeface="Symbol" charset="2"/>
              <a:buChar char=""/>
              <a:tabLst>
                <a:tab algn="l" pos="0"/>
              </a:tabLst>
            </a:pPr>
            <a:r>
              <a:rPr b="0" lang="ru-RU" sz="1600" spc="-1" strike="noStrike">
                <a:solidFill>
                  <a:schemeClr val="dk1"/>
                </a:solidFill>
                <a:latin typeface="Arial"/>
                <a:ea typeface="Noto Sans CJK SC"/>
              </a:rPr>
              <a:t>Моделирование динамики в толпе при пожаре.</a:t>
            </a:r>
            <a:endParaRPr b="0" lang="ru-RU" sz="16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283"/>
              </a:spcBef>
              <a:spcAft>
                <a:spcPts val="283"/>
              </a:spcAft>
              <a:buClr>
                <a:srgbClr val="000000"/>
              </a:buClr>
              <a:buSzPct val="75000"/>
              <a:buFont typeface="Symbol" charset="2"/>
              <a:buChar char=""/>
              <a:tabLst>
                <a:tab algn="l" pos="0"/>
              </a:tabLst>
            </a:pPr>
            <a:r>
              <a:rPr b="0" lang="ru-RU" sz="1600" spc="-1" strike="noStrike">
                <a:solidFill>
                  <a:schemeClr val="dk1"/>
                </a:solidFill>
                <a:latin typeface="Arial"/>
                <a:ea typeface="Noto Sans CJK SC"/>
              </a:rPr>
              <a:t>Нужно учесть индивидуальное поведение людей (например, одни бегут к выходу, другие прячутся).</a:t>
            </a:r>
            <a:endParaRPr b="0" lang="ru-RU" sz="1600" spc="-1" strike="noStrike">
              <a:solidFill>
                <a:srgbClr val="000000"/>
              </a:solidFill>
              <a:latin typeface="Arial"/>
            </a:endParaRPr>
          </a:p>
          <a:p>
            <a:pPr lvl="2" marL="457200" indent="-457200">
              <a:lnSpc>
                <a:spcPct val="100000"/>
              </a:lnSpc>
              <a:spcBef>
                <a:spcPts val="283"/>
              </a:spcBef>
              <a:spcAft>
                <a:spcPts val="283"/>
              </a:spcAft>
              <a:buClr>
                <a:srgbClr val="000000"/>
              </a:buClr>
              <a:buSzPct val="45000"/>
              <a:buFont typeface="Wingdings" charset="2"/>
              <a:buChar char=""/>
              <a:tabLst>
                <a:tab algn="l" pos="0"/>
              </a:tabLst>
            </a:pPr>
            <a:r>
              <a:rPr b="0" lang="ru-RU" sz="2000" spc="-1" strike="noStrike">
                <a:solidFill>
                  <a:schemeClr val="dk1"/>
                </a:solidFill>
                <a:latin typeface="Arial"/>
                <a:ea typeface="Noto Sans CJK SC"/>
              </a:rPr>
              <a:t>Системная динамика 📊 → 📈 → 💹:</a:t>
            </a:r>
            <a:endParaRPr b="0" lang="ru-RU" sz="20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283"/>
              </a:spcBef>
              <a:spcAft>
                <a:spcPts val="283"/>
              </a:spcAft>
              <a:buClr>
                <a:srgbClr val="000000"/>
              </a:buClr>
              <a:buSzPct val="75000"/>
              <a:buFont typeface="Symbol" charset="2"/>
              <a:buChar char=""/>
              <a:tabLst>
                <a:tab algn="l" pos="0"/>
              </a:tabLst>
            </a:pPr>
            <a:r>
              <a:rPr b="0" lang="ru-RU" sz="1600" spc="-1" strike="noStrike">
                <a:solidFill>
                  <a:schemeClr val="dk1"/>
                </a:solidFill>
                <a:latin typeface="Arial"/>
                <a:ea typeface="Noto Sans CJK SC"/>
              </a:rPr>
              <a:t>Прогноз спроса на продукт с учетом сезонности.</a:t>
            </a:r>
            <a:endParaRPr b="0" lang="ru-RU" sz="16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283"/>
              </a:spcBef>
              <a:spcAft>
                <a:spcPts val="283"/>
              </a:spcAft>
              <a:buClr>
                <a:srgbClr val="000000"/>
              </a:buClr>
              <a:buSzPct val="75000"/>
              <a:buFont typeface="Symbol" charset="2"/>
              <a:buChar char=""/>
              <a:tabLst>
                <a:tab algn="l" pos="0"/>
              </a:tabLst>
            </a:pPr>
            <a:r>
              <a:rPr b="0" lang="ru-RU" sz="1600" spc="-1" strike="noStrike">
                <a:solidFill>
                  <a:schemeClr val="dk1"/>
                </a:solidFill>
                <a:latin typeface="Arial"/>
                <a:ea typeface="Noto Sans CJK SC"/>
              </a:rPr>
              <a:t>Достаточно работать с агрегированными показателями (объемы продаж, рекламный бюджет).</a:t>
            </a:r>
            <a:endParaRPr b="0" lang="ru-RU" sz="1600" spc="-1" strike="noStrike">
              <a:solidFill>
                <a:srgbClr val="000000"/>
              </a:solidFill>
              <a:latin typeface="Arial"/>
            </a:endParaRPr>
          </a:p>
          <a:p>
            <a:pPr lvl="2" marL="457200" indent="-457200">
              <a:lnSpc>
                <a:spcPct val="100000"/>
              </a:lnSpc>
              <a:spcBef>
                <a:spcPts val="283"/>
              </a:spcBef>
              <a:spcAft>
                <a:spcPts val="283"/>
              </a:spcAft>
              <a:buClr>
                <a:srgbClr val="000000"/>
              </a:buClr>
              <a:buSzPct val="45000"/>
              <a:buFont typeface="Wingdings" charset="2"/>
              <a:buChar char=""/>
              <a:tabLst>
                <a:tab algn="l" pos="0"/>
              </a:tabLst>
            </a:pPr>
            <a:r>
              <a:rPr b="0" lang="ru-RU" sz="2000" spc="-1" strike="noStrike">
                <a:solidFill>
                  <a:schemeClr val="dk1"/>
                </a:solidFill>
                <a:latin typeface="Arial"/>
                <a:ea typeface="Noto Sans CJK SC"/>
              </a:rPr>
              <a:t>Дискретно-событийное моделирование ⏳ → 📞 → ✅:</a:t>
            </a:r>
            <a:endParaRPr b="0" lang="ru-RU" sz="20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283"/>
              </a:spcBef>
              <a:spcAft>
                <a:spcPts val="283"/>
              </a:spcAft>
              <a:buClr>
                <a:srgbClr val="000000"/>
              </a:buClr>
              <a:buSzPct val="75000"/>
              <a:buFont typeface="Symbol" charset="2"/>
              <a:buChar char=""/>
              <a:tabLst>
                <a:tab algn="l" pos="0"/>
              </a:tabLst>
            </a:pPr>
            <a:r>
              <a:rPr b="0" lang="ru-RU" sz="1600" spc="-1" strike="noStrike">
                <a:solidFill>
                  <a:schemeClr val="dk1"/>
                </a:solidFill>
                <a:latin typeface="Arial"/>
                <a:ea typeface="Noto Sans CJK SC"/>
              </a:rPr>
              <a:t>Оптимизация работы больничного отделения.</a:t>
            </a:r>
            <a:endParaRPr b="0" lang="ru-RU" sz="16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283"/>
              </a:spcBef>
              <a:spcAft>
                <a:spcPts val="283"/>
              </a:spcAft>
              <a:buClr>
                <a:srgbClr val="000000"/>
              </a:buClr>
              <a:buSzPct val="75000"/>
              <a:buFont typeface="Symbol" charset="2"/>
              <a:buChar char=""/>
              <a:tabLst>
                <a:tab algn="l" pos="0"/>
              </a:tabLst>
            </a:pPr>
            <a:r>
              <a:rPr b="0" lang="ru-RU" sz="1600" spc="-1" strike="noStrike">
                <a:solidFill>
                  <a:schemeClr val="dk1"/>
                </a:solidFill>
                <a:latin typeface="Arial"/>
                <a:ea typeface="Noto Sans CJK SC"/>
              </a:rPr>
              <a:t>Важны последовательности событий (поступление пациентов -&gt; диагностика -&gt; лечение).</a:t>
            </a:r>
            <a:endParaRPr b="0" lang="ru-RU" sz="1600" spc="-1" strike="noStrike">
              <a:solidFill>
                <a:srgbClr val="000000"/>
              </a:solidFill>
              <a:latin typeface="Arial"/>
            </a:endParaRPr>
          </a:p>
          <a:p>
            <a:pPr marL="457200" indent="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None/>
              <a:tabLst>
                <a:tab algn="l" pos="0"/>
              </a:tabLst>
            </a:pPr>
            <a:endParaRPr b="0" lang="ru-RU" sz="21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PlaceHolder 1"/>
          <p:cNvSpPr>
            <a:spLocks noGrp="1"/>
          </p:cNvSpPr>
          <p:nvPr>
            <p:ph type="title"/>
          </p:nvPr>
        </p:nvSpPr>
        <p:spPr>
          <a:xfrm>
            <a:off x="315360" y="129240"/>
            <a:ext cx="7423560" cy="94968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1440" rIns="91440" tIns="45720" bIns="4572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ru-RU" sz="3200" spc="-1" strike="noStrike">
                <a:solidFill>
                  <a:srgbClr val="ffffff"/>
                </a:solidFill>
                <a:latin typeface="Arial"/>
              </a:rPr>
              <a:t>Актуальность агентной модели</a:t>
            </a:r>
            <a:endParaRPr b="0" lang="ru-RU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4" name="PlaceHolder 2"/>
          <p:cNvSpPr>
            <a:spLocks noGrp="1"/>
          </p:cNvSpPr>
          <p:nvPr>
            <p:ph/>
          </p:nvPr>
        </p:nvSpPr>
        <p:spPr>
          <a:xfrm>
            <a:off x="592200" y="934200"/>
            <a:ext cx="8226360" cy="376884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1440" rIns="91440" tIns="45720" bIns="45720" anchor="t">
            <a:noAutofit/>
          </a:bodyPr>
          <a:p>
            <a:pPr marL="395280" indent="-457200">
              <a:lnSpc>
                <a:spcPct val="100000"/>
              </a:lnSpc>
              <a:spcBef>
                <a:spcPts val="283"/>
              </a:spcBef>
              <a:spcAft>
                <a:spcPts val="283"/>
              </a:spcAft>
              <a:buNone/>
              <a:tabLst>
                <a:tab algn="l" pos="0"/>
              </a:tabLst>
            </a:pPr>
            <a:endParaRPr b="0" lang="ru-RU" sz="1000" spc="-1" strike="noStrike">
              <a:solidFill>
                <a:srgbClr val="000000"/>
              </a:solidFill>
              <a:latin typeface="Arial"/>
            </a:endParaRPr>
          </a:p>
          <a:p>
            <a:pPr marL="395280" indent="-457200">
              <a:lnSpc>
                <a:spcPct val="100000"/>
              </a:lnSpc>
              <a:spcBef>
                <a:spcPts val="283"/>
              </a:spcBef>
              <a:spcAft>
                <a:spcPts val="283"/>
              </a:spcAft>
              <a:buNone/>
              <a:tabLst>
                <a:tab algn="l" pos="0"/>
              </a:tabLst>
            </a:pPr>
            <a:r>
              <a:rPr b="0" lang="ru-RU" sz="1800" spc="-1" strike="noStrike">
                <a:solidFill>
                  <a:schemeClr val="dk1"/>
                </a:solidFill>
                <a:latin typeface="Arial"/>
                <a:ea typeface="Noto Sans CJK SC"/>
              </a:rPr>
              <a:t>Агентное моделирование оправдано, если: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 lvl="1" marL="395280" indent="-457200">
              <a:lnSpc>
                <a:spcPct val="100000"/>
              </a:lnSpc>
              <a:spcBef>
                <a:spcPts val="283"/>
              </a:spcBef>
              <a:spcAft>
                <a:spcPts val="283"/>
              </a:spcAft>
              <a:buClr>
                <a:srgbClr val="000000"/>
              </a:buClr>
              <a:buSzPct val="45000"/>
              <a:buFont typeface="Wingdings" charset="2"/>
              <a:buChar char=""/>
              <a:tabLst>
                <a:tab algn="l" pos="0"/>
              </a:tabLst>
            </a:pPr>
            <a:r>
              <a:rPr b="0" lang="ru-RU" sz="1500" spc="-1" strike="noStrike">
                <a:solidFill>
                  <a:schemeClr val="dk1"/>
                </a:solidFill>
                <a:latin typeface="Arial"/>
                <a:ea typeface="Noto Sans CJK SC"/>
              </a:rPr>
              <a:t>Система состоит из </a:t>
            </a:r>
            <a:r>
              <a:rPr b="1" lang="ru-RU" sz="1500" spc="-1" strike="noStrike">
                <a:solidFill>
                  <a:schemeClr val="dk1"/>
                </a:solidFill>
                <a:latin typeface="Arial"/>
                <a:ea typeface="Noto Sans CJK SC"/>
              </a:rPr>
              <a:t>автономных</a:t>
            </a:r>
            <a:r>
              <a:rPr b="0" lang="ru-RU" sz="1500" spc="-1" strike="noStrike">
                <a:solidFill>
                  <a:schemeClr val="dk1"/>
                </a:solidFill>
                <a:latin typeface="Arial"/>
                <a:ea typeface="Noto Sans CJK SC"/>
              </a:rPr>
              <a:t> объектов</a:t>
            </a:r>
            <a:endParaRPr b="0" lang="ru-RU" sz="15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283"/>
              </a:spcBef>
              <a:spcAft>
                <a:spcPts val="283"/>
              </a:spcAft>
              <a:buClr>
                <a:srgbClr val="000000"/>
              </a:buClr>
              <a:buSzPct val="75000"/>
              <a:buFont typeface="Symbol" charset="2"/>
              <a:buChar char=""/>
              <a:tabLst>
                <a:tab algn="l" pos="0"/>
              </a:tabLst>
            </a:pPr>
            <a:r>
              <a:rPr b="0" lang="ru-RU" sz="1500" spc="-1" strike="noStrike">
                <a:solidFill>
                  <a:schemeClr val="dk1"/>
                </a:solidFill>
                <a:latin typeface="Arial"/>
                <a:ea typeface="Noto Sans CJK SC"/>
              </a:rPr>
              <a:t>Транспортные потоки (каждая машина принимает решения).</a:t>
            </a:r>
            <a:endParaRPr b="0" lang="ru-RU" sz="1500" spc="-1" strike="noStrike">
              <a:solidFill>
                <a:srgbClr val="000000"/>
              </a:solidFill>
              <a:latin typeface="Arial"/>
            </a:endParaRPr>
          </a:p>
          <a:p>
            <a:pPr lvl="1" marL="395280" indent="-457200">
              <a:lnSpc>
                <a:spcPct val="100000"/>
              </a:lnSpc>
              <a:spcBef>
                <a:spcPts val="283"/>
              </a:spcBef>
              <a:spcAft>
                <a:spcPts val="283"/>
              </a:spcAft>
              <a:buClr>
                <a:srgbClr val="000000"/>
              </a:buClr>
              <a:buSzPct val="45000"/>
              <a:buFont typeface="Wingdings" charset="2"/>
              <a:buChar char=""/>
              <a:tabLst>
                <a:tab algn="l" pos="0"/>
              </a:tabLst>
            </a:pPr>
            <a:r>
              <a:rPr b="0" lang="ru-RU" sz="1500" spc="-1" strike="noStrike">
                <a:solidFill>
                  <a:schemeClr val="dk1"/>
                </a:solidFill>
                <a:latin typeface="Arial"/>
                <a:ea typeface="Noto Sans CJK SC"/>
              </a:rPr>
              <a:t>Критичны </a:t>
            </a:r>
            <a:r>
              <a:rPr b="1" lang="ru-RU" sz="1500" spc="-1" strike="noStrike">
                <a:solidFill>
                  <a:schemeClr val="dk1"/>
                </a:solidFill>
                <a:latin typeface="Arial"/>
                <a:ea typeface="Noto Sans CJK SC"/>
              </a:rPr>
              <a:t>локальные</a:t>
            </a:r>
            <a:r>
              <a:rPr b="0" lang="ru-RU" sz="1500" spc="-1" strike="noStrike">
                <a:solidFill>
                  <a:schemeClr val="dk1"/>
                </a:solidFill>
                <a:latin typeface="Arial"/>
                <a:ea typeface="Noto Sans CJK SC"/>
              </a:rPr>
              <a:t> взаимодействия</a:t>
            </a:r>
            <a:endParaRPr b="0" lang="ru-RU" sz="15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283"/>
              </a:spcBef>
              <a:spcAft>
                <a:spcPts val="283"/>
              </a:spcAft>
              <a:buClr>
                <a:srgbClr val="000000"/>
              </a:buClr>
              <a:buSzPct val="75000"/>
              <a:buFont typeface="Symbol" charset="2"/>
              <a:buChar char=""/>
              <a:tabLst>
                <a:tab algn="l" pos="0"/>
              </a:tabLst>
            </a:pPr>
            <a:r>
              <a:rPr b="0" lang="ru-RU" sz="1500" spc="-1" strike="noStrike">
                <a:solidFill>
                  <a:schemeClr val="dk1"/>
                </a:solidFill>
                <a:latin typeface="Arial"/>
                <a:ea typeface="Noto Sans CJK SC"/>
              </a:rPr>
              <a:t>Распространение вируса в популяции.</a:t>
            </a:r>
            <a:endParaRPr b="0" lang="ru-RU" sz="1500" spc="-1" strike="noStrike">
              <a:solidFill>
                <a:srgbClr val="000000"/>
              </a:solidFill>
              <a:latin typeface="Arial"/>
            </a:endParaRPr>
          </a:p>
          <a:p>
            <a:pPr lvl="1" marL="395280" indent="-457200">
              <a:lnSpc>
                <a:spcPct val="100000"/>
              </a:lnSpc>
              <a:spcBef>
                <a:spcPts val="283"/>
              </a:spcBef>
              <a:spcAft>
                <a:spcPts val="283"/>
              </a:spcAft>
              <a:buClr>
                <a:srgbClr val="000000"/>
              </a:buClr>
              <a:buSzPct val="45000"/>
              <a:buFont typeface="Wingdings" charset="2"/>
              <a:buChar char=""/>
              <a:tabLst>
                <a:tab algn="l" pos="0"/>
              </a:tabLst>
            </a:pPr>
            <a:r>
              <a:rPr b="0" lang="ru-RU" sz="1500" spc="-1" strike="noStrike">
                <a:solidFill>
                  <a:schemeClr val="dk1"/>
                </a:solidFill>
                <a:latin typeface="Arial"/>
                <a:ea typeface="Noto Sans CJK SC"/>
              </a:rPr>
              <a:t>Возникают (или нужно изучить) </a:t>
            </a:r>
            <a:r>
              <a:rPr b="1" lang="ru-RU" sz="1500" spc="-1" strike="noStrike">
                <a:solidFill>
                  <a:schemeClr val="dk1"/>
                </a:solidFill>
                <a:latin typeface="Arial"/>
                <a:ea typeface="Noto Sans CJK SC"/>
              </a:rPr>
              <a:t>эмерджентные</a:t>
            </a:r>
            <a:r>
              <a:rPr b="0" lang="ru-RU" sz="1500" spc="-1" strike="noStrike">
                <a:solidFill>
                  <a:schemeClr val="dk1"/>
                </a:solidFill>
                <a:latin typeface="Arial"/>
                <a:ea typeface="Noto Sans CJK SC"/>
              </a:rPr>
              <a:t> явления</a:t>
            </a:r>
            <a:endParaRPr b="0" lang="ru-RU" sz="15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283"/>
              </a:spcBef>
              <a:spcAft>
                <a:spcPts val="283"/>
              </a:spcAft>
              <a:buClr>
                <a:srgbClr val="000000"/>
              </a:buClr>
              <a:buSzPct val="75000"/>
              <a:buFont typeface="Symbol" charset="2"/>
              <a:buChar char=""/>
              <a:tabLst>
                <a:tab algn="l" pos="0"/>
              </a:tabLst>
            </a:pPr>
            <a:r>
              <a:rPr b="0" lang="ru-RU" sz="1500" spc="-1" strike="noStrike">
                <a:solidFill>
                  <a:schemeClr val="dk1"/>
                </a:solidFill>
                <a:latin typeface="Arial"/>
                <a:ea typeface="Noto Sans CJK SC"/>
              </a:rPr>
              <a:t>Самоорганизация рынка без централизованного контроля.</a:t>
            </a:r>
            <a:endParaRPr b="0" lang="ru-RU" sz="1500" spc="-1" strike="noStrike">
              <a:solidFill>
                <a:srgbClr val="000000"/>
              </a:solidFill>
              <a:latin typeface="Arial"/>
            </a:endParaRPr>
          </a:p>
          <a:p>
            <a:pPr lvl="1" marL="395280" indent="-457200">
              <a:lnSpc>
                <a:spcPct val="100000"/>
              </a:lnSpc>
              <a:spcBef>
                <a:spcPts val="283"/>
              </a:spcBef>
              <a:spcAft>
                <a:spcPts val="283"/>
              </a:spcAft>
              <a:buClr>
                <a:srgbClr val="000000"/>
              </a:buClr>
              <a:buSzPct val="45000"/>
              <a:buFont typeface="Wingdings" charset="2"/>
              <a:buChar char=""/>
              <a:tabLst>
                <a:tab algn="l" pos="0"/>
              </a:tabLst>
            </a:pPr>
            <a:r>
              <a:rPr b="0" lang="ru-RU" sz="1500" spc="-1" strike="noStrike">
                <a:solidFill>
                  <a:schemeClr val="dk1"/>
                </a:solidFill>
                <a:latin typeface="Arial"/>
                <a:ea typeface="Noto Sans CJK SC"/>
              </a:rPr>
              <a:t>Нужна </a:t>
            </a:r>
            <a:r>
              <a:rPr b="1" lang="ru-RU" sz="1500" spc="-1" strike="noStrike">
                <a:solidFill>
                  <a:schemeClr val="dk1"/>
                </a:solidFill>
                <a:latin typeface="Arial"/>
                <a:ea typeface="Noto Sans CJK SC"/>
              </a:rPr>
              <a:t>гибкость</a:t>
            </a:r>
            <a:r>
              <a:rPr b="0" lang="ru-RU" sz="1500" spc="-1" strike="noStrike">
                <a:solidFill>
                  <a:schemeClr val="dk1"/>
                </a:solidFill>
                <a:latin typeface="Arial"/>
                <a:ea typeface="Noto Sans CJK SC"/>
              </a:rPr>
              <a:t> в поведении агентов</a:t>
            </a:r>
            <a:endParaRPr b="0" lang="ru-RU" sz="15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283"/>
              </a:spcBef>
              <a:spcAft>
                <a:spcPts val="283"/>
              </a:spcAft>
              <a:buClr>
                <a:srgbClr val="000000"/>
              </a:buClr>
              <a:buSzPct val="75000"/>
              <a:buFont typeface="Symbol" charset="2"/>
              <a:buChar char=""/>
              <a:tabLst>
                <a:tab algn="l" pos="0"/>
              </a:tabLst>
            </a:pPr>
            <a:r>
              <a:rPr b="0" lang="ru-RU" sz="1500" spc="-1" strike="noStrike">
                <a:solidFill>
                  <a:schemeClr val="dk1"/>
                </a:solidFill>
                <a:latin typeface="Arial"/>
                <a:ea typeface="Noto Sans CJK SC"/>
              </a:rPr>
              <a:t>Адаптация роботов на складе к изменению маршрутов.</a:t>
            </a:r>
            <a:endParaRPr b="0" lang="ru-RU" sz="1500" spc="-1" strike="noStrike">
              <a:solidFill>
                <a:srgbClr val="000000"/>
              </a:solidFill>
              <a:latin typeface="Arial"/>
            </a:endParaRPr>
          </a:p>
          <a:p>
            <a:pPr marL="395280" indent="-457200">
              <a:lnSpc>
                <a:spcPct val="100000"/>
              </a:lnSpc>
              <a:spcBef>
                <a:spcPts val="283"/>
              </a:spcBef>
              <a:spcAft>
                <a:spcPts val="283"/>
              </a:spcAft>
              <a:buNone/>
              <a:tabLst>
                <a:tab algn="l" pos="0"/>
              </a:tabLst>
            </a:pPr>
            <a:endParaRPr b="0" lang="ru-RU" sz="400" spc="-1" strike="noStrike">
              <a:solidFill>
                <a:srgbClr val="000000"/>
              </a:solidFill>
              <a:latin typeface="Arial"/>
            </a:endParaRPr>
          </a:p>
          <a:p>
            <a:pPr marL="395280" indent="-457200">
              <a:lnSpc>
                <a:spcPct val="100000"/>
              </a:lnSpc>
              <a:spcBef>
                <a:spcPts val="283"/>
              </a:spcBef>
              <a:spcAft>
                <a:spcPts val="283"/>
              </a:spcAft>
              <a:buNone/>
              <a:tabLst>
                <a:tab algn="l" pos="0"/>
              </a:tabLst>
            </a:pPr>
            <a:r>
              <a:rPr b="0" lang="ru-RU" sz="1800" spc="-1" strike="noStrike">
                <a:solidFill>
                  <a:schemeClr val="dk1"/>
                </a:solidFill>
                <a:latin typeface="Arial"/>
                <a:ea typeface="Noto Sans CJK SC"/>
              </a:rPr>
              <a:t>Агентный подход не эффективен, если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 lvl="1" marL="395280" indent="-457200">
              <a:lnSpc>
                <a:spcPct val="100000"/>
              </a:lnSpc>
              <a:spcBef>
                <a:spcPts val="283"/>
              </a:spcBef>
              <a:spcAft>
                <a:spcPts val="283"/>
              </a:spcAft>
              <a:buClr>
                <a:srgbClr val="000000"/>
              </a:buClr>
              <a:buSzPct val="45000"/>
              <a:buFont typeface="Wingdings" charset="2"/>
              <a:buChar char=""/>
              <a:tabLst>
                <a:tab algn="l" pos="0"/>
              </a:tabLst>
            </a:pPr>
            <a:r>
              <a:rPr b="0" lang="ru-RU" sz="1500" spc="-1" strike="noStrike">
                <a:solidFill>
                  <a:schemeClr val="dk1"/>
                </a:solidFill>
                <a:latin typeface="Arial"/>
                <a:ea typeface="Noto Sans CJK SC"/>
              </a:rPr>
              <a:t>Система описывается агрегированными уравнениями (например, экономические модели роста).</a:t>
            </a:r>
            <a:endParaRPr b="0" lang="ru-RU" sz="1500" spc="-1" strike="noStrike">
              <a:solidFill>
                <a:srgbClr val="000000"/>
              </a:solidFill>
              <a:latin typeface="Arial"/>
            </a:endParaRPr>
          </a:p>
          <a:p>
            <a:pPr lvl="1" marL="395280" indent="-457200">
              <a:lnSpc>
                <a:spcPct val="100000"/>
              </a:lnSpc>
              <a:spcBef>
                <a:spcPts val="283"/>
              </a:spcBef>
              <a:spcAft>
                <a:spcPts val="283"/>
              </a:spcAft>
              <a:buClr>
                <a:srgbClr val="000000"/>
              </a:buClr>
              <a:buSzPct val="45000"/>
              <a:buFont typeface="Wingdings" charset="2"/>
              <a:buChar char=""/>
              <a:tabLst>
                <a:tab algn="l" pos="0"/>
              </a:tabLst>
            </a:pPr>
            <a:r>
              <a:rPr b="0" lang="ru-RU" sz="1500" spc="-1" strike="noStrike">
                <a:solidFill>
                  <a:schemeClr val="dk1"/>
                </a:solidFill>
                <a:latin typeface="Arial"/>
                <a:ea typeface="Noto Sans CJK SC"/>
              </a:rPr>
              <a:t>Процессы линейны и предсказуемы (например, конвейерное производство).</a:t>
            </a:r>
            <a:endParaRPr b="0" lang="ru-RU" sz="15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PlaceHolder 1"/>
          <p:cNvSpPr>
            <a:spLocks noGrp="1"/>
          </p:cNvSpPr>
          <p:nvPr>
            <p:ph type="title"/>
          </p:nvPr>
        </p:nvSpPr>
        <p:spPr>
          <a:xfrm>
            <a:off x="315360" y="129240"/>
            <a:ext cx="7423560" cy="94968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1440" rIns="91440" tIns="45720" bIns="4572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ru-RU" sz="3600" spc="-1" strike="noStrike">
                <a:solidFill>
                  <a:srgbClr val="ffffff"/>
                </a:solidFill>
                <a:latin typeface="Arial"/>
              </a:rPr>
              <a:t>Структура агентной модели</a:t>
            </a:r>
            <a:endParaRPr b="0" lang="ru-RU" sz="3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6" name="PlaceHolder 2"/>
          <p:cNvSpPr>
            <a:spLocks noGrp="1"/>
          </p:cNvSpPr>
          <p:nvPr>
            <p:ph/>
          </p:nvPr>
        </p:nvSpPr>
        <p:spPr>
          <a:xfrm>
            <a:off x="592200" y="1179720"/>
            <a:ext cx="8226360" cy="376884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1440" rIns="91440" tIns="45720" bIns="45720" anchor="t">
            <a:noAutofit/>
          </a:bodyPr>
          <a:p>
            <a:pPr marL="395280" indent="-457200">
              <a:lnSpc>
                <a:spcPct val="100000"/>
              </a:lnSpc>
              <a:spcBef>
                <a:spcPts val="283"/>
              </a:spcBef>
              <a:spcAft>
                <a:spcPts val="283"/>
              </a:spcAft>
              <a:buNone/>
              <a:tabLst>
                <a:tab algn="l" pos="0"/>
              </a:tabLst>
            </a:pPr>
            <a:endParaRPr b="0" lang="ru-RU" sz="1000" spc="-1" strike="noStrike">
              <a:solidFill>
                <a:srgbClr val="000000"/>
              </a:solidFill>
              <a:latin typeface="Arial"/>
            </a:endParaRPr>
          </a:p>
          <a:p>
            <a:pPr marL="395280" indent="-457200">
              <a:lnSpc>
                <a:spcPct val="100000"/>
              </a:lnSpc>
              <a:spcBef>
                <a:spcPts val="283"/>
              </a:spcBef>
              <a:spcAft>
                <a:spcPts val="283"/>
              </a:spcAft>
              <a:buNone/>
              <a:tabLst>
                <a:tab algn="l" pos="0"/>
              </a:tabLst>
            </a:pPr>
            <a:r>
              <a:rPr b="0" lang="ru-RU" sz="2000" spc="-1" strike="noStrike">
                <a:solidFill>
                  <a:schemeClr val="dk1"/>
                </a:solidFill>
                <a:latin typeface="Arial"/>
                <a:ea typeface="Noto Sans CJK SC"/>
              </a:rPr>
              <a:t>Агент — автономный объект в модели:</a:t>
            </a:r>
            <a:endParaRPr b="0" lang="ru-RU" sz="2000" spc="-1" strike="noStrike">
              <a:solidFill>
                <a:srgbClr val="000000"/>
              </a:solidFill>
              <a:latin typeface="Arial"/>
            </a:endParaRPr>
          </a:p>
          <a:p>
            <a:pPr lvl="1" marL="395280" indent="-457200">
              <a:lnSpc>
                <a:spcPct val="100000"/>
              </a:lnSpc>
              <a:spcBef>
                <a:spcPts val="283"/>
              </a:spcBef>
              <a:spcAft>
                <a:spcPts val="283"/>
              </a:spcAft>
              <a:buClr>
                <a:srgbClr val="000000"/>
              </a:buClr>
              <a:buSzPct val="45000"/>
              <a:buFont typeface="Wingdings" charset="2"/>
              <a:buChar char=""/>
              <a:tabLst>
                <a:tab algn="l" pos="0"/>
              </a:tabLst>
            </a:pPr>
            <a:r>
              <a:rPr b="0" lang="ru-RU" sz="1600" spc="-1" strike="noStrike">
                <a:solidFill>
                  <a:schemeClr val="dk1"/>
                </a:solidFill>
                <a:latin typeface="Arial"/>
                <a:ea typeface="Noto Sans CJK SC"/>
              </a:rPr>
              <a:t>Атрибуты — характеристики, описывающие текущее состояние агента.</a:t>
            </a:r>
            <a:endParaRPr b="0" lang="ru-RU" sz="1600" spc="-1" strike="noStrike">
              <a:solidFill>
                <a:srgbClr val="000000"/>
              </a:solidFill>
              <a:latin typeface="Arial"/>
            </a:endParaRPr>
          </a:p>
          <a:p>
            <a:pPr lvl="1" marL="395280" indent="-457200">
              <a:lnSpc>
                <a:spcPct val="100000"/>
              </a:lnSpc>
              <a:spcBef>
                <a:spcPts val="283"/>
              </a:spcBef>
              <a:spcAft>
                <a:spcPts val="283"/>
              </a:spcAft>
              <a:buClr>
                <a:srgbClr val="000000"/>
              </a:buClr>
              <a:buSzPct val="45000"/>
              <a:buFont typeface="Wingdings" charset="2"/>
              <a:buChar char=""/>
              <a:tabLst>
                <a:tab algn="l" pos="0"/>
              </a:tabLst>
            </a:pPr>
            <a:r>
              <a:rPr b="0" lang="ru-RU" sz="1600" spc="-1" strike="noStrike">
                <a:solidFill>
                  <a:schemeClr val="dk1"/>
                </a:solidFill>
                <a:latin typeface="Arial"/>
                <a:ea typeface="Noto Sans CJK SC"/>
              </a:rPr>
              <a:t>Поведение — алгоритмы действий агента в ответ на стимулы (внешние сигналы)</a:t>
            </a:r>
            <a:endParaRPr b="0" lang="ru-RU" sz="1600" spc="-1" strike="noStrike">
              <a:solidFill>
                <a:srgbClr val="000000"/>
              </a:solidFill>
              <a:latin typeface="Arial"/>
            </a:endParaRPr>
          </a:p>
          <a:p>
            <a:pPr lvl="2" marL="395280" indent="-457200">
              <a:lnSpc>
                <a:spcPct val="100000"/>
              </a:lnSpc>
              <a:spcBef>
                <a:spcPts val="283"/>
              </a:spcBef>
              <a:spcAft>
                <a:spcPts val="283"/>
              </a:spcAft>
              <a:buClr>
                <a:srgbClr val="000000"/>
              </a:buClr>
              <a:buSzPct val="45000"/>
              <a:buFont typeface="Wingdings" charset="2"/>
              <a:buChar char=""/>
              <a:tabLst>
                <a:tab algn="l" pos="0"/>
              </a:tabLst>
            </a:pPr>
            <a:r>
              <a:rPr b="0" lang="ru-RU" sz="1600" spc="-1" strike="noStrike">
                <a:solidFill>
                  <a:schemeClr val="dk1"/>
                </a:solidFill>
                <a:latin typeface="Arial"/>
                <a:ea typeface="Noto Sans CJK SC"/>
              </a:rPr>
              <a:t>Зависимости от параметров среды и состояния самого агента</a:t>
            </a:r>
            <a:endParaRPr b="0" lang="ru-RU" sz="1600" spc="-1" strike="noStrike">
              <a:solidFill>
                <a:srgbClr val="000000"/>
              </a:solidFill>
              <a:latin typeface="Arial"/>
            </a:endParaRPr>
          </a:p>
          <a:p>
            <a:pPr indent="0">
              <a:lnSpc>
                <a:spcPct val="100000"/>
              </a:lnSpc>
              <a:spcBef>
                <a:spcPts val="1417"/>
              </a:spcBef>
              <a:buNone/>
              <a:tabLst>
                <a:tab algn="l" pos="0"/>
              </a:tabLst>
            </a:pPr>
            <a:r>
              <a:rPr b="0" lang="ru-RU" sz="1800" spc="-1" strike="noStrike">
                <a:solidFill>
                  <a:schemeClr val="dk1"/>
                </a:solidFill>
                <a:latin typeface="Arial"/>
                <a:ea typeface="Noto Sans CJK SC"/>
              </a:rPr>
              <a:t>Особенности и ключевые свойства: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 lvl="2" marL="395280" indent="-457200">
              <a:lnSpc>
                <a:spcPct val="100000"/>
              </a:lnSpc>
              <a:spcBef>
                <a:spcPts val="283"/>
              </a:spcBef>
              <a:spcAft>
                <a:spcPts val="283"/>
              </a:spcAft>
              <a:buClr>
                <a:srgbClr val="000000"/>
              </a:buClr>
              <a:buSzPct val="45000"/>
              <a:buFont typeface="Wingdings" charset="2"/>
              <a:buChar char=""/>
              <a:tabLst>
                <a:tab algn="l" pos="0"/>
              </a:tabLst>
            </a:pPr>
            <a:r>
              <a:rPr b="0" lang="ru-RU" sz="1600" spc="-1" strike="noStrike">
                <a:solidFill>
                  <a:schemeClr val="dk1"/>
                </a:solidFill>
                <a:latin typeface="Arial"/>
                <a:ea typeface="Noto Sans CJK SC"/>
              </a:rPr>
              <a:t>Автономность (действуют без централизованного управления).</a:t>
            </a:r>
            <a:endParaRPr b="0" lang="ru-RU" sz="1600" spc="-1" strike="noStrike">
              <a:solidFill>
                <a:srgbClr val="000000"/>
              </a:solidFill>
              <a:latin typeface="Arial"/>
            </a:endParaRPr>
          </a:p>
          <a:p>
            <a:pPr lvl="2" marL="395280" indent="-457200">
              <a:lnSpc>
                <a:spcPct val="100000"/>
              </a:lnSpc>
              <a:spcBef>
                <a:spcPts val="283"/>
              </a:spcBef>
              <a:spcAft>
                <a:spcPts val="283"/>
              </a:spcAft>
              <a:buClr>
                <a:srgbClr val="000000"/>
              </a:buClr>
              <a:buSzPct val="45000"/>
              <a:buFont typeface="Wingdings" charset="2"/>
              <a:buChar char=""/>
              <a:tabLst>
                <a:tab algn="l" pos="0"/>
              </a:tabLst>
            </a:pPr>
            <a:r>
              <a:rPr b="0" lang="ru-RU" sz="1600" spc="-1" strike="noStrike">
                <a:solidFill>
                  <a:schemeClr val="dk1"/>
                </a:solidFill>
                <a:latin typeface="Arial"/>
                <a:ea typeface="Noto Sans CJK SC"/>
              </a:rPr>
              <a:t>Адаптивность (могут менять поведение).</a:t>
            </a:r>
            <a:endParaRPr b="0" lang="ru-RU" sz="1600" spc="-1" strike="noStrike">
              <a:solidFill>
                <a:srgbClr val="000000"/>
              </a:solidFill>
              <a:latin typeface="Arial"/>
            </a:endParaRPr>
          </a:p>
          <a:p>
            <a:pPr lvl="2" marL="395280" indent="-457200">
              <a:lnSpc>
                <a:spcPct val="100000"/>
              </a:lnSpc>
              <a:spcBef>
                <a:spcPts val="283"/>
              </a:spcBef>
              <a:spcAft>
                <a:spcPts val="283"/>
              </a:spcAft>
              <a:buClr>
                <a:srgbClr val="000000"/>
              </a:buClr>
              <a:buSzPct val="45000"/>
              <a:buFont typeface="Wingdings" charset="2"/>
              <a:buChar char=""/>
              <a:tabLst>
                <a:tab algn="l" pos="0"/>
              </a:tabLst>
            </a:pPr>
            <a:r>
              <a:rPr b="0" lang="ru-RU" sz="1600" spc="-1" strike="noStrike">
                <a:solidFill>
                  <a:schemeClr val="dk1"/>
                </a:solidFill>
                <a:latin typeface="Arial"/>
                <a:ea typeface="Noto Sans CJK SC"/>
              </a:rPr>
              <a:t>Взаимодействие с другими агентами и средой.</a:t>
            </a:r>
            <a:endParaRPr b="0" lang="ru-RU" sz="1600" spc="-1" strike="noStrike">
              <a:solidFill>
                <a:srgbClr val="000000"/>
              </a:solidFill>
              <a:latin typeface="Arial"/>
            </a:endParaRPr>
          </a:p>
          <a:p>
            <a:pPr marL="395280" indent="-457200">
              <a:lnSpc>
                <a:spcPct val="100000"/>
              </a:lnSpc>
              <a:spcBef>
                <a:spcPts val="283"/>
              </a:spcBef>
              <a:spcAft>
                <a:spcPts val="283"/>
              </a:spcAft>
              <a:buNone/>
              <a:tabLst>
                <a:tab algn="l" pos="0"/>
              </a:tabLst>
            </a:pPr>
            <a:endParaRPr b="0" lang="ru-RU" sz="2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PlaceHolder 1"/>
          <p:cNvSpPr>
            <a:spLocks noGrp="1"/>
          </p:cNvSpPr>
          <p:nvPr>
            <p:ph type="title"/>
          </p:nvPr>
        </p:nvSpPr>
        <p:spPr>
          <a:xfrm>
            <a:off x="315360" y="129240"/>
            <a:ext cx="7423560" cy="94968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1440" rIns="91440" tIns="45720" bIns="4572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ru-RU" sz="3600" spc="-1" strike="noStrike">
                <a:solidFill>
                  <a:srgbClr val="ffffff"/>
                </a:solidFill>
                <a:latin typeface="Arial"/>
              </a:rPr>
              <a:t>Структура агентной модели</a:t>
            </a:r>
            <a:endParaRPr b="0" lang="ru-RU" sz="3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8" name="PlaceHolder 2"/>
          <p:cNvSpPr>
            <a:spLocks noGrp="1"/>
          </p:cNvSpPr>
          <p:nvPr>
            <p:ph/>
          </p:nvPr>
        </p:nvSpPr>
        <p:spPr>
          <a:xfrm>
            <a:off x="592200" y="1179720"/>
            <a:ext cx="8226360" cy="439920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1440" rIns="91440" tIns="45720" bIns="45720" anchor="t">
            <a:noAutofit/>
          </a:bodyPr>
          <a:p>
            <a:pPr marL="395280" indent="-457200">
              <a:lnSpc>
                <a:spcPct val="100000"/>
              </a:lnSpc>
              <a:spcBef>
                <a:spcPts val="283"/>
              </a:spcBef>
              <a:spcAft>
                <a:spcPts val="283"/>
              </a:spcAft>
              <a:buNone/>
              <a:tabLst>
                <a:tab algn="l" pos="0"/>
              </a:tabLst>
            </a:pPr>
            <a:endParaRPr b="0" lang="ru-RU" sz="1000" spc="-1" strike="noStrike">
              <a:solidFill>
                <a:srgbClr val="000000"/>
              </a:solidFill>
              <a:latin typeface="Arial"/>
            </a:endParaRPr>
          </a:p>
          <a:p>
            <a:pPr marL="395280" indent="-457200">
              <a:lnSpc>
                <a:spcPct val="100000"/>
              </a:lnSpc>
              <a:spcBef>
                <a:spcPts val="283"/>
              </a:spcBef>
              <a:spcAft>
                <a:spcPts val="283"/>
              </a:spcAft>
              <a:buNone/>
              <a:tabLst>
                <a:tab algn="l" pos="0"/>
              </a:tabLst>
            </a:pPr>
            <a:r>
              <a:rPr b="0" lang="ru-RU" sz="2000" spc="-1" strike="noStrike">
                <a:solidFill>
                  <a:schemeClr val="dk1"/>
                </a:solidFill>
                <a:latin typeface="Arial"/>
                <a:ea typeface="Noto Sans CJK SC"/>
              </a:rPr>
              <a:t>Среда — контекст, в котором взаимодействуют агенты:</a:t>
            </a:r>
            <a:endParaRPr b="0" lang="ru-RU" sz="2000" spc="-1" strike="noStrike">
              <a:solidFill>
                <a:srgbClr val="000000"/>
              </a:solidFill>
              <a:latin typeface="Arial"/>
            </a:endParaRPr>
          </a:p>
          <a:p>
            <a:pPr lvl="1" marL="395280" indent="-457200">
              <a:lnSpc>
                <a:spcPct val="100000"/>
              </a:lnSpc>
              <a:spcBef>
                <a:spcPts val="283"/>
              </a:spcBef>
              <a:spcAft>
                <a:spcPts val="283"/>
              </a:spcAft>
              <a:buClr>
                <a:srgbClr val="000000"/>
              </a:buClr>
              <a:buSzPct val="45000"/>
              <a:buFont typeface="Wingdings" charset="2"/>
              <a:buChar char=""/>
              <a:tabLst>
                <a:tab algn="l" pos="0"/>
              </a:tabLst>
            </a:pPr>
            <a:r>
              <a:rPr b="0" lang="ru-RU" sz="1600" spc="-1" strike="noStrike">
                <a:solidFill>
                  <a:schemeClr val="dk1"/>
                </a:solidFill>
                <a:latin typeface="Arial"/>
                <a:ea typeface="Noto Sans CJK SC"/>
              </a:rPr>
              <a:t>Пространственная среда — агенты размещены в физическом пространстве</a:t>
            </a:r>
            <a:endParaRPr b="0" lang="ru-RU" sz="16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tabLst>
                <a:tab algn="l" pos="0"/>
              </a:tabLst>
            </a:pPr>
            <a:r>
              <a:rPr b="0" lang="ru-RU" sz="1500" spc="-1" strike="noStrike">
                <a:solidFill>
                  <a:schemeClr val="dk1"/>
                </a:solidFill>
                <a:latin typeface="Arial"/>
                <a:ea typeface="Noto Sans CJK SC"/>
              </a:rPr>
              <a:t>Дискретные ячейки (Grid) — динамика популяции, лесной пожар</a:t>
            </a:r>
            <a:endParaRPr b="0" lang="ru-RU" sz="15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tabLst>
                <a:tab algn="l" pos="0"/>
              </a:tabLst>
            </a:pPr>
            <a:r>
              <a:rPr b="0" lang="ru-RU" sz="1500" spc="-1" strike="noStrike">
                <a:solidFill>
                  <a:schemeClr val="dk1"/>
                </a:solidFill>
                <a:latin typeface="Arial"/>
                <a:ea typeface="Noto Sans CJK SC"/>
              </a:rPr>
              <a:t>Графы (узлы и связи) — дорожная сеть, логистическая модель</a:t>
            </a:r>
            <a:endParaRPr b="0" lang="ru-RU" sz="15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tabLst>
                <a:tab algn="l" pos="0"/>
              </a:tabLst>
            </a:pPr>
            <a:r>
              <a:rPr b="0" lang="ru-RU" sz="1500" spc="-1" strike="noStrike">
                <a:solidFill>
                  <a:schemeClr val="dk1"/>
                </a:solidFill>
                <a:latin typeface="Arial"/>
                <a:ea typeface="Noto Sans CJK SC"/>
              </a:rPr>
              <a:t>Непрерывное пространство (координаты) — физическое движение</a:t>
            </a:r>
            <a:endParaRPr b="0" lang="ru-RU" sz="1500" spc="-1" strike="noStrike">
              <a:solidFill>
                <a:srgbClr val="000000"/>
              </a:solidFill>
              <a:latin typeface="Arial"/>
            </a:endParaRPr>
          </a:p>
          <a:p>
            <a:pPr lvl="1" marL="395280" indent="-457200">
              <a:lnSpc>
                <a:spcPct val="100000"/>
              </a:lnSpc>
              <a:spcBef>
                <a:spcPts val="283"/>
              </a:spcBef>
              <a:spcAft>
                <a:spcPts val="283"/>
              </a:spcAft>
              <a:buClr>
                <a:srgbClr val="000000"/>
              </a:buClr>
              <a:buSzPct val="45000"/>
              <a:buFont typeface="Wingdings" charset="2"/>
              <a:buChar char=""/>
              <a:tabLst>
                <a:tab algn="l" pos="0"/>
              </a:tabLst>
            </a:pPr>
            <a:r>
              <a:rPr b="0" lang="ru-RU" sz="1600" spc="-1" strike="noStrike">
                <a:solidFill>
                  <a:schemeClr val="dk1"/>
                </a:solidFill>
                <a:latin typeface="Arial"/>
                <a:ea typeface="Noto Sans CJK SC"/>
              </a:rPr>
              <a:t>Непространственная среда — агенты взаимодействуют через метасвязь</a:t>
            </a:r>
            <a:endParaRPr b="0" lang="ru-RU" sz="16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tabLst>
                <a:tab algn="l" pos="0"/>
              </a:tabLst>
            </a:pPr>
            <a:r>
              <a:rPr b="0" lang="ru-RU" sz="1500" spc="-1" strike="noStrike">
                <a:solidFill>
                  <a:schemeClr val="dk1"/>
                </a:solidFill>
                <a:latin typeface="Arial"/>
                <a:ea typeface="Noto Sans CJK SC"/>
              </a:rPr>
              <a:t>Социальные сети</a:t>
            </a:r>
            <a:endParaRPr b="0" lang="ru-RU" sz="15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tabLst>
                <a:tab algn="l" pos="0"/>
              </a:tabLst>
            </a:pPr>
            <a:r>
              <a:rPr b="0" lang="ru-RU" sz="1500" spc="-1" strike="noStrike">
                <a:solidFill>
                  <a:schemeClr val="dk1"/>
                </a:solidFill>
                <a:latin typeface="Arial"/>
                <a:ea typeface="Noto Sans CJK SC"/>
              </a:rPr>
              <a:t>Рынки (через торговую платформу)</a:t>
            </a:r>
            <a:endParaRPr b="0" lang="ru-RU" sz="1500" spc="-1" strike="noStrike">
              <a:solidFill>
                <a:srgbClr val="000000"/>
              </a:solidFill>
              <a:latin typeface="Arial"/>
            </a:endParaRPr>
          </a:p>
          <a:p>
            <a:pPr lvl="1" marL="395280" indent="-4572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algn="l" pos="0"/>
              </a:tabLst>
            </a:pPr>
            <a:r>
              <a:rPr b="0" lang="ru-RU" sz="1600" spc="-1" strike="noStrike">
                <a:solidFill>
                  <a:schemeClr val="dk1"/>
                </a:solidFill>
                <a:latin typeface="Arial"/>
                <a:ea typeface="Noto Sans CJK SC"/>
              </a:rPr>
              <a:t>Особенности и ключевые свойства:</a:t>
            </a:r>
            <a:endParaRPr b="0" lang="ru-RU" sz="16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tabLst>
                <a:tab algn="l" pos="0"/>
              </a:tabLst>
            </a:pPr>
            <a:r>
              <a:rPr b="0" lang="ru-RU" sz="1500" spc="-1" strike="noStrike">
                <a:solidFill>
                  <a:schemeClr val="dk1"/>
                </a:solidFill>
                <a:latin typeface="Arial"/>
                <a:ea typeface="Noto Sans CJK SC"/>
              </a:rPr>
              <a:t>Локальные свойства среды могут меняться агентами.</a:t>
            </a:r>
            <a:endParaRPr b="0" lang="ru-RU" sz="15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tabLst>
                <a:tab algn="l" pos="0"/>
              </a:tabLst>
            </a:pPr>
            <a:r>
              <a:rPr b="0" lang="ru-RU" sz="1500" spc="-1" strike="noStrike">
                <a:solidFill>
                  <a:schemeClr val="dk1"/>
                </a:solidFill>
                <a:latin typeface="Arial"/>
                <a:ea typeface="Noto Sans CJK SC"/>
              </a:rPr>
              <a:t>Тип среды существенно зависит от условий задачи и целей моделирования.</a:t>
            </a:r>
            <a:endParaRPr b="0" lang="ru-RU" sz="1500" spc="-1" strike="noStrike">
              <a:solidFill>
                <a:srgbClr val="000000"/>
              </a:solidFill>
              <a:latin typeface="Arial"/>
            </a:endParaRPr>
          </a:p>
          <a:p>
            <a:pPr marL="395280" indent="-457200">
              <a:lnSpc>
                <a:spcPct val="100000"/>
              </a:lnSpc>
              <a:spcBef>
                <a:spcPts val="283"/>
              </a:spcBef>
              <a:spcAft>
                <a:spcPts val="283"/>
              </a:spcAft>
              <a:buNone/>
              <a:tabLst>
                <a:tab algn="l" pos="0"/>
              </a:tabLst>
            </a:pPr>
            <a:endParaRPr b="0" lang="ru-RU" sz="16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Заголовок 3"/>
          <p:cNvSpPr/>
          <p:nvPr/>
        </p:nvSpPr>
        <p:spPr>
          <a:xfrm>
            <a:off x="360000" y="136800"/>
            <a:ext cx="8071920" cy="94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r>
              <a:rPr b="1" lang="ru-RU" sz="3200" spc="-1" strike="noStrike">
                <a:solidFill>
                  <a:srgbClr val="ffffff"/>
                </a:solidFill>
                <a:latin typeface="Arial"/>
              </a:rPr>
              <a:t>Типы агентов</a:t>
            </a:r>
            <a:endParaRPr b="0" lang="ru-RU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0" name="Объект 2"/>
          <p:cNvSpPr/>
          <p:nvPr/>
        </p:nvSpPr>
        <p:spPr>
          <a:xfrm>
            <a:off x="431640" y="1267200"/>
            <a:ext cx="8027280" cy="4070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marL="343080" indent="-343080">
              <a:lnSpc>
                <a:spcPct val="115000"/>
              </a:lnSpc>
              <a:buClr>
                <a:srgbClr val="000000"/>
              </a:buClr>
              <a:buFont typeface="Arial"/>
              <a:buChar char="•"/>
            </a:pPr>
            <a:r>
              <a:rPr b="1" lang="ru-RU" sz="1800" spc="-1" strike="noStrike">
                <a:solidFill>
                  <a:schemeClr val="dk1"/>
                </a:solidFill>
                <a:latin typeface="Arial"/>
              </a:rPr>
              <a:t>Реактивные</a:t>
            </a:r>
            <a:r>
              <a:rPr b="0" lang="ru-RU" sz="1800" spc="-1" strike="noStrike">
                <a:solidFill>
                  <a:schemeClr val="dk1"/>
                </a:solidFill>
                <a:latin typeface="Arial"/>
              </a:rPr>
              <a:t> агенты: действуют по фиксированным правилам </a:t>
            </a:r>
            <a:br>
              <a:rPr sz="1800"/>
            </a:br>
            <a:r>
              <a:rPr b="1" lang="ru-RU" sz="1800" spc="-1" strike="noStrike">
                <a:solidFill>
                  <a:schemeClr val="dk1"/>
                </a:solidFill>
                <a:latin typeface="Arial"/>
              </a:rPr>
              <a:t>в ответ на изменения среды</a:t>
            </a:r>
            <a:r>
              <a:rPr b="0" lang="ru-RU" sz="1800" spc="-1" strike="noStrike">
                <a:solidFill>
                  <a:schemeClr val="dk1"/>
                </a:solidFill>
                <a:latin typeface="Arial"/>
              </a:rPr>
              <a:t>. Не имеют памяти или сложной логики принятия решений.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 lvl="1" marL="432000" indent="-216000">
              <a:lnSpc>
                <a:spcPct val="115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600" spc="-1" strike="noStrike">
                <a:solidFill>
                  <a:schemeClr val="dk1"/>
                </a:solidFill>
                <a:latin typeface="Arial"/>
              </a:rPr>
              <a:t>Простота: Поведение описывается условиями типа «если-то».</a:t>
            </a:r>
            <a:endParaRPr b="0" lang="ru-RU" sz="1600" spc="-1" strike="noStrike">
              <a:solidFill>
                <a:srgbClr val="000000"/>
              </a:solidFill>
              <a:latin typeface="Arial"/>
            </a:endParaRPr>
          </a:p>
          <a:p>
            <a:pPr lvl="1" marL="432000" indent="-216000">
              <a:lnSpc>
                <a:spcPct val="115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600" spc="-1" strike="noStrike">
                <a:solidFill>
                  <a:schemeClr val="dk1"/>
                </a:solidFill>
                <a:latin typeface="Arial"/>
              </a:rPr>
              <a:t>Детерминированность: Реакция на одинаковые стимулы одинакова.</a:t>
            </a:r>
            <a:endParaRPr b="0" lang="ru-RU" sz="1600" spc="-1" strike="noStrike">
              <a:solidFill>
                <a:srgbClr val="000000"/>
              </a:solidFill>
              <a:latin typeface="Arial"/>
            </a:endParaRPr>
          </a:p>
          <a:p>
            <a:pPr lvl="1" marL="432000" indent="-216000">
              <a:lnSpc>
                <a:spcPct val="115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600" spc="-1" strike="noStrike">
                <a:solidFill>
                  <a:schemeClr val="dk1"/>
                </a:solidFill>
                <a:latin typeface="Arial"/>
              </a:rPr>
              <a:t>Быстродействие: Подходят для моделей с тысячами агентов.</a:t>
            </a:r>
            <a:br>
              <a:rPr sz="540"/>
            </a:br>
            <a:r>
              <a:rPr b="0" lang="ru-RU" sz="540" spc="-1" strike="noStrike">
                <a:solidFill>
                  <a:schemeClr val="dk1"/>
                </a:solidFill>
                <a:latin typeface="Arial"/>
              </a:rPr>
              <a:t> </a:t>
            </a:r>
            <a:endParaRPr b="0" lang="ru-RU" sz="540" spc="-1" strike="noStrike">
              <a:solidFill>
                <a:srgbClr val="000000"/>
              </a:solidFill>
              <a:latin typeface="Arial"/>
            </a:endParaRPr>
          </a:p>
          <a:p>
            <a:pPr marL="343080" indent="-343080">
              <a:lnSpc>
                <a:spcPct val="115000"/>
              </a:lnSpc>
              <a:buClr>
                <a:srgbClr val="000000"/>
              </a:buClr>
              <a:buFont typeface="Arial"/>
              <a:buChar char="•"/>
            </a:pPr>
            <a:r>
              <a:rPr b="1" lang="ru-RU" sz="1800" spc="-1" strike="noStrike">
                <a:solidFill>
                  <a:schemeClr val="dk1"/>
                </a:solidFill>
                <a:latin typeface="Arial"/>
              </a:rPr>
              <a:t>Когнитивные</a:t>
            </a:r>
            <a:r>
              <a:rPr b="0" lang="ru-RU" sz="1800" spc="-1" strike="noStrike">
                <a:solidFill>
                  <a:schemeClr val="dk1"/>
                </a:solidFill>
                <a:latin typeface="Arial"/>
              </a:rPr>
              <a:t> агенты: агенты со сложной логикой, способные обучаться, адаптироваться и принимать решения на основе опыта.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 lvl="1" marL="432000" indent="-216000">
              <a:lnSpc>
                <a:spcPct val="115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600" spc="-1" strike="noStrike">
                <a:solidFill>
                  <a:schemeClr val="dk1"/>
                </a:solidFill>
                <a:latin typeface="Arial"/>
              </a:rPr>
              <a:t>    </a:t>
            </a:r>
            <a:r>
              <a:rPr b="0" lang="ru-RU" sz="1600" spc="-1" strike="noStrike">
                <a:solidFill>
                  <a:schemeClr val="dk1"/>
                </a:solidFill>
                <a:latin typeface="Arial"/>
              </a:rPr>
              <a:t>Память: Запоминают прошлые состояния (например, историю цен).</a:t>
            </a:r>
            <a:endParaRPr b="0" lang="ru-RU" sz="1600" spc="-1" strike="noStrike">
              <a:solidFill>
                <a:srgbClr val="000000"/>
              </a:solidFill>
              <a:latin typeface="Arial"/>
            </a:endParaRPr>
          </a:p>
          <a:p>
            <a:pPr lvl="1" marL="432000" indent="-216000">
              <a:lnSpc>
                <a:spcPct val="115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600" spc="-1" strike="noStrike">
                <a:solidFill>
                  <a:schemeClr val="dk1"/>
                </a:solidFill>
                <a:latin typeface="Arial"/>
              </a:rPr>
              <a:t>    </a:t>
            </a:r>
            <a:r>
              <a:rPr b="0" lang="ru-RU" sz="1600" spc="-1" strike="noStrike">
                <a:solidFill>
                  <a:schemeClr val="dk1"/>
                </a:solidFill>
                <a:latin typeface="Arial"/>
              </a:rPr>
              <a:t>Адаптивность: Меняют поведение в зависимости от контекста.</a:t>
            </a:r>
            <a:endParaRPr b="0" lang="ru-RU" sz="1600" spc="-1" strike="noStrike">
              <a:solidFill>
                <a:srgbClr val="000000"/>
              </a:solidFill>
              <a:latin typeface="Arial"/>
            </a:endParaRPr>
          </a:p>
          <a:p>
            <a:pPr lvl="1" marL="432000" indent="-216000">
              <a:lnSpc>
                <a:spcPct val="115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600" spc="-1" strike="noStrike">
                <a:solidFill>
                  <a:schemeClr val="dk1"/>
                </a:solidFill>
                <a:latin typeface="Arial"/>
              </a:rPr>
              <a:t>    </a:t>
            </a:r>
            <a:r>
              <a:rPr b="0" lang="ru-RU" sz="1600" spc="-1" strike="noStrike">
                <a:solidFill>
                  <a:schemeClr val="dk1"/>
                </a:solidFill>
                <a:latin typeface="Arial"/>
              </a:rPr>
              <a:t>ИИ-методы: Могут использовать нейросети, деревья решений.</a:t>
            </a:r>
            <a:endParaRPr b="0" lang="ru-RU" sz="1600" spc="-1" strike="noStrike">
              <a:solidFill>
                <a:srgbClr val="000000"/>
              </a:solidFill>
              <a:latin typeface="Arial"/>
            </a:endParaRPr>
          </a:p>
          <a:p>
            <a:pPr marL="343080" indent="-343080">
              <a:lnSpc>
                <a:spcPct val="115000"/>
              </a:lnSpc>
              <a:spcBef>
                <a:spcPts val="1984"/>
              </a:spcBef>
              <a:buClr>
                <a:srgbClr val="000000"/>
              </a:buClr>
              <a:buFont typeface="Arial"/>
              <a:buChar char="•"/>
            </a:pPr>
            <a:r>
              <a:rPr b="1" lang="ru-RU" sz="1800" spc="-1" strike="noStrike">
                <a:solidFill>
                  <a:schemeClr val="dk1"/>
                </a:solidFill>
                <a:latin typeface="Arial"/>
              </a:rPr>
              <a:t>Можно комбинировать в одной модели!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Заголовок 10"/>
          <p:cNvSpPr/>
          <p:nvPr/>
        </p:nvSpPr>
        <p:spPr>
          <a:xfrm>
            <a:off x="360000" y="136800"/>
            <a:ext cx="8071920" cy="94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r>
              <a:rPr b="1" lang="ru-RU" sz="3200" spc="-1" strike="noStrike">
                <a:solidFill>
                  <a:srgbClr val="ffffff"/>
                </a:solidFill>
                <a:latin typeface="Arial"/>
              </a:rPr>
              <a:t>Типы взаимодействия агентов</a:t>
            </a:r>
            <a:endParaRPr b="0" lang="ru-RU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2" name="Объект 1"/>
          <p:cNvSpPr/>
          <p:nvPr/>
        </p:nvSpPr>
        <p:spPr>
          <a:xfrm>
            <a:off x="431640" y="1519200"/>
            <a:ext cx="8384760" cy="4070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marL="343080" indent="-343080">
              <a:lnSpc>
                <a:spcPct val="115000"/>
              </a:lnSpc>
              <a:buClr>
                <a:srgbClr val="000000"/>
              </a:buClr>
              <a:buFont typeface="Arial"/>
              <a:buChar char="•"/>
            </a:pPr>
            <a:r>
              <a:rPr b="1" lang="ru-RU" sz="1800" spc="-1" strike="noStrike">
                <a:solidFill>
                  <a:schemeClr val="dk1"/>
                </a:solidFill>
                <a:latin typeface="Arial"/>
              </a:rPr>
              <a:t>Локальные</a:t>
            </a:r>
            <a:r>
              <a:rPr b="0" lang="ru-RU" sz="1800" spc="-1" strike="noStrike">
                <a:solidFill>
                  <a:schemeClr val="dk1"/>
                </a:solidFill>
                <a:latin typeface="Arial"/>
              </a:rPr>
              <a:t> взаимодействия — Агенты взаимодействуют только с ближайшими соседями в пределах заданного радиуса: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 lvl="1" marL="432000" indent="-216000">
              <a:lnSpc>
                <a:spcPct val="115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600" spc="-1" strike="noStrike">
                <a:solidFill>
                  <a:schemeClr val="dk1"/>
                </a:solidFill>
                <a:latin typeface="Arial"/>
              </a:rPr>
              <a:t>Физические правила: Отталкивание/притяжение (пешеходы в толпе).</a:t>
            </a:r>
            <a:endParaRPr b="0" lang="ru-RU" sz="1600" spc="-1" strike="noStrike">
              <a:solidFill>
                <a:srgbClr val="000000"/>
              </a:solidFill>
              <a:latin typeface="Arial"/>
            </a:endParaRPr>
          </a:p>
          <a:p>
            <a:pPr lvl="1" marL="432000" indent="-216000">
              <a:lnSpc>
                <a:spcPct val="115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600" spc="-1" strike="noStrike">
                <a:solidFill>
                  <a:schemeClr val="dk1"/>
                </a:solidFill>
                <a:latin typeface="Arial"/>
              </a:rPr>
              <a:t>Обмен информацией: Передача данных (муравьи оставляют феромоны).</a:t>
            </a:r>
            <a:br>
              <a:rPr sz="540"/>
            </a:br>
            <a:r>
              <a:rPr b="0" lang="ru-RU" sz="540" spc="-1" strike="noStrike">
                <a:solidFill>
                  <a:schemeClr val="dk1"/>
                </a:solidFill>
                <a:latin typeface="Arial"/>
              </a:rPr>
              <a:t> </a:t>
            </a:r>
            <a:endParaRPr b="0" lang="ru-RU" sz="540" spc="-1" strike="noStrike">
              <a:solidFill>
                <a:srgbClr val="000000"/>
              </a:solidFill>
              <a:latin typeface="Arial"/>
            </a:endParaRPr>
          </a:p>
          <a:p>
            <a:pPr marL="343080" indent="-343080">
              <a:lnSpc>
                <a:spcPct val="115000"/>
              </a:lnSpc>
              <a:buClr>
                <a:srgbClr val="000000"/>
              </a:buClr>
              <a:buFont typeface="Arial"/>
              <a:buChar char="•"/>
            </a:pPr>
            <a:r>
              <a:rPr b="1" lang="ru-RU" sz="1800" spc="-1" strike="noStrike">
                <a:solidFill>
                  <a:schemeClr val="dk1"/>
                </a:solidFill>
                <a:latin typeface="Arial"/>
              </a:rPr>
              <a:t>Глобальные</a:t>
            </a:r>
            <a:r>
              <a:rPr b="0" lang="ru-RU" sz="1800" spc="-1" strike="noStrike">
                <a:solidFill>
                  <a:schemeClr val="dk1"/>
                </a:solidFill>
                <a:latin typeface="Arial"/>
              </a:rPr>
              <a:t> взаимодействия — Агенты влияют друг на друга через централизованную систему или общие данные / правила.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 lvl="1" marL="432000" indent="-216000">
              <a:lnSpc>
                <a:spcPct val="115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600" spc="-1" strike="noStrike">
                <a:solidFill>
                  <a:schemeClr val="dk1"/>
                </a:solidFill>
                <a:latin typeface="Arial"/>
              </a:rPr>
              <a:t>    </a:t>
            </a:r>
            <a:r>
              <a:rPr b="0" lang="ru-RU" sz="1600" spc="-1" strike="noStrike">
                <a:solidFill>
                  <a:schemeClr val="dk1"/>
                </a:solidFill>
                <a:latin typeface="Arial"/>
              </a:rPr>
              <a:t>Централизованное управление: Светофоры получают команды от городского центра.</a:t>
            </a:r>
            <a:endParaRPr b="0" lang="ru-RU" sz="1600" spc="-1" strike="noStrike">
              <a:solidFill>
                <a:srgbClr val="000000"/>
              </a:solidFill>
              <a:latin typeface="Arial"/>
            </a:endParaRPr>
          </a:p>
          <a:p>
            <a:pPr lvl="1" marL="432000" indent="-216000">
              <a:lnSpc>
                <a:spcPct val="115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600" spc="-1" strike="noStrike">
                <a:solidFill>
                  <a:schemeClr val="dk1"/>
                </a:solidFill>
                <a:latin typeface="Arial"/>
              </a:rPr>
              <a:t>    </a:t>
            </a:r>
            <a:r>
              <a:rPr b="0" lang="ru-RU" sz="1600" spc="-1" strike="noStrike">
                <a:solidFill>
                  <a:schemeClr val="dk1"/>
                </a:solidFill>
                <a:latin typeface="Arial"/>
              </a:rPr>
              <a:t>Глобальные события: Новость в соцсети влияет на всех пользователей.</a:t>
            </a:r>
            <a:endParaRPr b="0" lang="ru-RU" sz="1600" spc="-1" strike="noStrike">
              <a:solidFill>
                <a:srgbClr val="000000"/>
              </a:solidFill>
              <a:latin typeface="Arial"/>
            </a:endParaRPr>
          </a:p>
          <a:p>
            <a:pPr marL="343080" indent="-343080">
              <a:lnSpc>
                <a:spcPct val="115000"/>
              </a:lnSpc>
              <a:spcBef>
                <a:spcPts val="1984"/>
              </a:spcBef>
              <a:buClr>
                <a:srgbClr val="000000"/>
              </a:buClr>
              <a:buFont typeface="Arial"/>
              <a:buChar char="•"/>
            </a:pPr>
            <a:r>
              <a:rPr b="1" lang="ru-RU" sz="1800" spc="-1" strike="noStrike">
                <a:solidFill>
                  <a:schemeClr val="dk1"/>
                </a:solidFill>
                <a:latin typeface="Arial"/>
              </a:rPr>
              <a:t>Тоже можно комбинировать в одной модели!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Заголовок 4"/>
          <p:cNvSpPr/>
          <p:nvPr/>
        </p:nvSpPr>
        <p:spPr>
          <a:xfrm>
            <a:off x="297360" y="117720"/>
            <a:ext cx="8071920" cy="94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r>
              <a:rPr b="1" lang="ru-RU" sz="3200" spc="-1" strike="noStrike">
                <a:solidFill>
                  <a:srgbClr val="ffffff"/>
                </a:solidFill>
                <a:latin typeface="Arial"/>
              </a:rPr>
              <a:t>Взаимодействие агентов</a:t>
            </a:r>
            <a:endParaRPr b="0" lang="ru-RU" sz="3200" spc="-1" strike="noStrike">
              <a:solidFill>
                <a:srgbClr val="000000"/>
              </a:solidFill>
              <a:latin typeface="Arial"/>
            </a:endParaRPr>
          </a:p>
        </p:txBody>
      </p:sp>
      <p:graphicFrame>
        <p:nvGraphicFramePr>
          <p:cNvPr id="124" name=""/>
          <p:cNvGraphicFramePr/>
          <p:nvPr/>
        </p:nvGraphicFramePr>
        <p:xfrm>
          <a:off x="666360" y="1650600"/>
          <a:ext cx="7690680" cy="3242880"/>
        </p:xfrm>
        <a:graphic>
          <a:graphicData uri="http://schemas.openxmlformats.org/drawingml/2006/table">
            <a:tbl>
              <a:tblPr/>
              <a:tblGrid>
                <a:gridCol w="3174480"/>
                <a:gridCol w="2257920"/>
                <a:gridCol w="2258640"/>
              </a:tblGrid>
              <a:tr h="597960">
                <a:tc>
                  <a:txBody>
                    <a:bodyPr lIns="36000" rIns="36000"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1" lang="ru-RU" sz="1800" spc="-1" strike="noStrike">
                          <a:solidFill>
                            <a:srgbClr val="000000"/>
                          </a:solidFill>
                          <a:latin typeface="Times New Roman"/>
                        </a:rPr>
                        <a:t>Критерий</a:t>
                      </a:r>
                      <a:endParaRPr b="0" lang="ru-RU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36000" marR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1" lang="ru-RU" sz="1800" spc="-1" strike="noStrike">
                          <a:solidFill>
                            <a:srgbClr val="000000"/>
                          </a:solidFill>
                          <a:latin typeface="Times New Roman"/>
                        </a:rPr>
                        <a:t>Локальные взаимодействия</a:t>
                      </a:r>
                      <a:endParaRPr b="0" lang="ru-RU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36000" marR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1" lang="ru-RU" sz="1800" spc="-1" strike="noStrike">
                          <a:solidFill>
                            <a:srgbClr val="000000"/>
                          </a:solidFill>
                          <a:latin typeface="Times New Roman"/>
                        </a:rPr>
                        <a:t>Глобальные взаимодействия</a:t>
                      </a:r>
                      <a:endParaRPr b="0" lang="ru-RU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36000" marR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597960">
                <a:tc>
                  <a:txBody>
                    <a:bodyPr lIns="36000" rIns="36000"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1" lang="ru-RU" sz="1800" spc="-1" strike="noStrike">
                          <a:solidFill>
                            <a:srgbClr val="000000"/>
                          </a:solidFill>
                          <a:latin typeface="Times New Roman"/>
                        </a:rPr>
                        <a:t>Масштаб</a:t>
                      </a:r>
                      <a:endParaRPr b="0" lang="ru-RU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36000" marR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0" lang="ru-RU" sz="1800" spc="-1" strike="noStrike">
                          <a:solidFill>
                            <a:srgbClr val="000000"/>
                          </a:solidFill>
                          <a:latin typeface="Times New Roman"/>
                        </a:rPr>
                        <a:t>Непосредственная близость агентов</a:t>
                      </a:r>
                      <a:endParaRPr b="0" lang="ru-RU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36000" marR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0" lang="ru-RU" sz="1800" spc="-1" strike="noStrike">
                          <a:solidFill>
                            <a:srgbClr val="000000"/>
                          </a:solidFill>
                          <a:latin typeface="Times New Roman"/>
                        </a:rPr>
                        <a:t>Влияние на всю систему</a:t>
                      </a:r>
                      <a:endParaRPr b="0" lang="ru-RU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36000" marR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851040">
                <a:tc>
                  <a:txBody>
                    <a:bodyPr lIns="36000" rIns="36000"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1" lang="ru-RU" sz="1800" spc="-1" strike="noStrike">
                          <a:solidFill>
                            <a:srgbClr val="000000"/>
                          </a:solidFill>
                          <a:latin typeface="Times New Roman"/>
                        </a:rPr>
                        <a:t>Пример</a:t>
                      </a:r>
                      <a:endParaRPr b="0" lang="ru-RU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36000" marR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0" lang="ru-RU" sz="1800" spc="-1" strike="noStrike">
                          <a:solidFill>
                            <a:srgbClr val="000000"/>
                          </a:solidFill>
                          <a:latin typeface="Times New Roman"/>
                        </a:rPr>
                        <a:t>Пешеходы избегают столкновений</a:t>
                      </a:r>
                      <a:endParaRPr b="0" lang="ru-RU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36000" marR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0" lang="ru-RU" sz="1800" spc="-1" strike="noStrike">
                          <a:solidFill>
                            <a:srgbClr val="000000"/>
                          </a:solidFill>
                          <a:latin typeface="Times New Roman"/>
                        </a:rPr>
                        <a:t>Светофоры синхронизируются через центр</a:t>
                      </a:r>
                      <a:endParaRPr b="0" lang="ru-RU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36000" marR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597960">
                <a:tc>
                  <a:txBody>
                    <a:bodyPr lIns="36000" rIns="36000"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1" lang="ru-RU" sz="1800" spc="-1" strike="noStrike">
                          <a:solidFill>
                            <a:srgbClr val="000000"/>
                          </a:solidFill>
                          <a:latin typeface="Times New Roman"/>
                        </a:rPr>
                        <a:t>Сложность</a:t>
                      </a:r>
                      <a:endParaRPr b="0" lang="ru-RU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36000" marR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0" lang="ru-RU" sz="1800" spc="-1" strike="noStrike">
                          <a:solidFill>
                            <a:srgbClr val="000000"/>
                          </a:solidFill>
                          <a:latin typeface="Times New Roman"/>
                        </a:rPr>
                        <a:t>Низкая (проверка соседей)</a:t>
                      </a:r>
                      <a:endParaRPr b="0" lang="ru-RU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36000" marR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0" lang="ru-RU" sz="1800" spc="-1" strike="noStrike">
                          <a:solidFill>
                            <a:srgbClr val="000000"/>
                          </a:solidFill>
                          <a:latin typeface="Times New Roman"/>
                        </a:rPr>
                        <a:t>Высокая (требует координации)</a:t>
                      </a:r>
                      <a:endParaRPr b="0" lang="ru-RU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36000" marR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597960">
                <a:tc>
                  <a:txBody>
                    <a:bodyPr lIns="36000" rIns="36000"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1" lang="ru-RU" sz="1800" spc="-1" strike="noStrike">
                          <a:solidFill>
                            <a:srgbClr val="000000"/>
                          </a:solidFill>
                          <a:latin typeface="Times New Roman"/>
                        </a:rPr>
                        <a:t>Использование</a:t>
                      </a:r>
                      <a:endParaRPr b="0" lang="ru-RU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36000" marR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0" lang="ru-RU" sz="1800" spc="-1" strike="noStrike">
                          <a:solidFill>
                            <a:srgbClr val="000000"/>
                          </a:solidFill>
                          <a:latin typeface="Times New Roman"/>
                        </a:rPr>
                        <a:t>Стаи, толпы, роевые системы</a:t>
                      </a:r>
                      <a:endParaRPr b="0" lang="ru-RU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36000" marR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0" lang="ru-RU" sz="1800" spc="-1" strike="noStrike">
                          <a:solidFill>
                            <a:srgbClr val="000000"/>
                          </a:solidFill>
                          <a:latin typeface="Times New Roman"/>
                        </a:rPr>
                        <a:t>Рынки, соцсети, транспортные сети</a:t>
                      </a:r>
                      <a:endParaRPr b="0" lang="ru-RU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36000" marR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</a:tbl>
          </a:graphicData>
        </a:graphic>
      </p:graphicFrame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Заголовок 7"/>
          <p:cNvSpPr/>
          <p:nvPr/>
        </p:nvSpPr>
        <p:spPr>
          <a:xfrm>
            <a:off x="323280" y="120600"/>
            <a:ext cx="8071920" cy="94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r>
              <a:rPr b="1" lang="ru-RU" sz="2800" spc="-1" strike="noStrike">
                <a:solidFill>
                  <a:srgbClr val="ffffff"/>
                </a:solidFill>
                <a:latin typeface="Arial"/>
              </a:rPr>
              <a:t>Этапы создания агентной модели</a:t>
            </a:r>
            <a:endParaRPr b="0" lang="ru-RU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6" name="Объект 4"/>
          <p:cNvSpPr/>
          <p:nvPr/>
        </p:nvSpPr>
        <p:spPr>
          <a:xfrm>
            <a:off x="431640" y="1201320"/>
            <a:ext cx="8384760" cy="4070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marL="343080" indent="-343080">
              <a:lnSpc>
                <a:spcPct val="115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</a:pPr>
            <a:r>
              <a:rPr b="1" lang="ru-RU" sz="1600" spc="-1" strike="noStrike">
                <a:solidFill>
                  <a:schemeClr val="dk1"/>
                </a:solidFill>
                <a:latin typeface="Arial"/>
                <a:ea typeface="Noto Sans CJK SC"/>
              </a:rPr>
              <a:t>Определение агентов</a:t>
            </a:r>
            <a:r>
              <a:rPr b="0" lang="ru-RU" sz="1600" spc="-1" strike="noStrike">
                <a:solidFill>
                  <a:schemeClr val="dk1"/>
                </a:solidFill>
                <a:latin typeface="Arial"/>
                <a:ea typeface="Noto Sans CJK SC"/>
              </a:rPr>
              <a:t>.</a:t>
            </a:r>
            <a:endParaRPr b="0" lang="ru-RU" sz="1600" spc="-1" strike="noStrike">
              <a:solidFill>
                <a:srgbClr val="000000"/>
              </a:solidFill>
              <a:latin typeface="Arial"/>
            </a:endParaRPr>
          </a:p>
          <a:p>
            <a:pPr lvl="2" marL="648000" indent="-216000">
              <a:lnSpc>
                <a:spcPct val="115000"/>
              </a:lnSpc>
              <a:spcBef>
                <a:spcPts val="40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500" spc="-1" strike="noStrike">
                <a:solidFill>
                  <a:schemeClr val="dk1"/>
                </a:solidFill>
                <a:latin typeface="Arial"/>
                <a:ea typeface="Noto Sans CJK SC"/>
              </a:rPr>
              <a:t>Свойства, диапазоны свойств — контроль адекватности.</a:t>
            </a:r>
            <a:endParaRPr b="0" lang="ru-RU" sz="1500" spc="-1" strike="noStrike">
              <a:solidFill>
                <a:srgbClr val="000000"/>
              </a:solidFill>
              <a:latin typeface="Arial"/>
            </a:endParaRPr>
          </a:p>
          <a:p>
            <a:pPr lvl="2" marL="648000" indent="-216000">
              <a:lnSpc>
                <a:spcPct val="115000"/>
              </a:lnSpc>
              <a:spcBef>
                <a:spcPts val="40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500" spc="-1" strike="noStrike">
                <a:solidFill>
                  <a:schemeClr val="dk1"/>
                </a:solidFill>
                <a:latin typeface="Arial"/>
                <a:ea typeface="Noto Sans CJK SC"/>
              </a:rPr>
              <a:t>Правила порождения агентов — динамика численности. </a:t>
            </a:r>
            <a:endParaRPr b="0" lang="ru-RU" sz="1500" spc="-1" strike="noStrike">
              <a:solidFill>
                <a:srgbClr val="000000"/>
              </a:solidFill>
              <a:latin typeface="Arial"/>
            </a:endParaRPr>
          </a:p>
          <a:p>
            <a:pPr lvl="2" marL="648000" indent="-216000">
              <a:lnSpc>
                <a:spcPct val="115000"/>
              </a:lnSpc>
              <a:spcBef>
                <a:spcPts val="40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500" spc="-1" strike="noStrike">
                <a:solidFill>
                  <a:schemeClr val="dk1"/>
                </a:solidFill>
                <a:latin typeface="Arial"/>
                <a:ea typeface="Noto Sans CJK SC"/>
              </a:rPr>
              <a:t>Правила поведения — простота логики, учет необходимых факторов.</a:t>
            </a:r>
            <a:endParaRPr b="0" lang="ru-RU" sz="1500" spc="-1" strike="noStrike">
              <a:solidFill>
                <a:srgbClr val="000000"/>
              </a:solidFill>
              <a:latin typeface="Arial"/>
            </a:endParaRPr>
          </a:p>
          <a:p>
            <a:pPr lvl="2" marL="648000" indent="-216000">
              <a:lnSpc>
                <a:spcPct val="115000"/>
              </a:lnSpc>
              <a:spcBef>
                <a:spcPts val="40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500" spc="-1" strike="noStrike">
                <a:solidFill>
                  <a:schemeClr val="dk1"/>
                </a:solidFill>
                <a:latin typeface="Arial"/>
                <a:ea typeface="Noto Sans CJK SC"/>
              </a:rPr>
              <a:t>Когнитивные алгоритмы — предобучение, самообучение. </a:t>
            </a:r>
            <a:endParaRPr b="0" lang="ru-RU" sz="1500" spc="-1" strike="noStrike">
              <a:solidFill>
                <a:srgbClr val="000000"/>
              </a:solidFill>
              <a:latin typeface="Arial"/>
            </a:endParaRPr>
          </a:p>
          <a:p>
            <a:pPr lvl="2" marL="648000" indent="-216000">
              <a:lnSpc>
                <a:spcPct val="115000"/>
              </a:lnSpc>
              <a:spcBef>
                <a:spcPts val="40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500" spc="-1" strike="noStrike">
                <a:solidFill>
                  <a:schemeClr val="dk1"/>
                </a:solidFill>
                <a:latin typeface="Arial"/>
                <a:ea typeface="Noto Sans CJK SC"/>
              </a:rPr>
              <a:t>Защитные механизмы — изоляция «буйных» агентов.  </a:t>
            </a:r>
            <a:endParaRPr b="0" lang="ru-RU" sz="1500" spc="-1" strike="noStrike">
              <a:solidFill>
                <a:srgbClr val="000000"/>
              </a:solidFill>
              <a:latin typeface="Arial"/>
            </a:endParaRPr>
          </a:p>
          <a:p>
            <a:pPr marL="343080" indent="-343080">
              <a:lnSpc>
                <a:spcPct val="115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</a:pPr>
            <a:r>
              <a:rPr b="1" lang="ru-RU" sz="1600" spc="-1" strike="noStrike">
                <a:solidFill>
                  <a:schemeClr val="dk1"/>
                </a:solidFill>
                <a:latin typeface="Arial"/>
                <a:ea typeface="Noto Sans CJK SC"/>
              </a:rPr>
              <a:t>Проектирование среды. </a:t>
            </a:r>
            <a:endParaRPr b="0" lang="ru-RU" sz="1600" spc="-1" strike="noStrike">
              <a:solidFill>
                <a:srgbClr val="000000"/>
              </a:solidFill>
              <a:latin typeface="Arial"/>
            </a:endParaRPr>
          </a:p>
          <a:p>
            <a:pPr lvl="2" marL="648000" indent="-216000">
              <a:lnSpc>
                <a:spcPct val="115000"/>
              </a:lnSpc>
              <a:spcBef>
                <a:spcPts val="40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500" spc="-1" strike="noStrike">
                <a:solidFill>
                  <a:schemeClr val="dk1"/>
                </a:solidFill>
                <a:latin typeface="Arial"/>
                <a:ea typeface="Noto Sans CJK SC"/>
              </a:rPr>
              <a:t>Физические характеристики — контроль адекватности.</a:t>
            </a:r>
            <a:endParaRPr b="0" lang="ru-RU" sz="1500" spc="-1" strike="noStrike">
              <a:solidFill>
                <a:srgbClr val="000000"/>
              </a:solidFill>
              <a:latin typeface="Arial"/>
            </a:endParaRPr>
          </a:p>
          <a:p>
            <a:pPr lvl="2" marL="648000" indent="-216000">
              <a:lnSpc>
                <a:spcPct val="115000"/>
              </a:lnSpc>
              <a:spcBef>
                <a:spcPts val="40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500" spc="-1" strike="noStrike">
                <a:solidFill>
                  <a:schemeClr val="dk1"/>
                </a:solidFill>
                <a:latin typeface="Arial"/>
                <a:ea typeface="Noto Sans CJK SC"/>
              </a:rPr>
              <a:t>Стимулы для агентов — способы передачи.</a:t>
            </a:r>
            <a:endParaRPr b="0" lang="ru-RU" sz="1500" spc="-1" strike="noStrike">
              <a:solidFill>
                <a:srgbClr val="000000"/>
              </a:solidFill>
              <a:latin typeface="Arial"/>
            </a:endParaRPr>
          </a:p>
          <a:p>
            <a:pPr lvl="2" marL="648000" indent="-216000">
              <a:lnSpc>
                <a:spcPct val="115000"/>
              </a:lnSpc>
              <a:spcBef>
                <a:spcPts val="40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500" spc="-1" strike="noStrike">
                <a:solidFill>
                  <a:schemeClr val="dk1"/>
                </a:solidFill>
                <a:latin typeface="Arial"/>
                <a:ea typeface="Noto Sans CJK SC"/>
              </a:rPr>
              <a:t>Централизованные механизмы взаимодействия.  </a:t>
            </a:r>
            <a:endParaRPr b="0" lang="ru-RU" sz="1500" spc="-1" strike="noStrike">
              <a:solidFill>
                <a:srgbClr val="000000"/>
              </a:solidFill>
              <a:latin typeface="Arial"/>
            </a:endParaRPr>
          </a:p>
          <a:p>
            <a:pPr marL="343080" indent="-343080">
              <a:lnSpc>
                <a:spcPct val="115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1600" spc="-1" strike="noStrike">
                <a:solidFill>
                  <a:schemeClr val="dk1"/>
                </a:solidFill>
                <a:latin typeface="Arial"/>
                <a:ea typeface="Noto Sans CJK SC"/>
              </a:rPr>
              <a:t>Верификация и тестирование на </a:t>
            </a:r>
            <a:r>
              <a:rPr b="1" lang="ru-RU" sz="1600" spc="-1" strike="noStrike">
                <a:solidFill>
                  <a:schemeClr val="dk1"/>
                </a:solidFill>
                <a:latin typeface="Arial"/>
                <a:ea typeface="Noto Sans CJK SC"/>
              </a:rPr>
              <a:t>предельных случаях</a:t>
            </a:r>
            <a:r>
              <a:rPr b="0" lang="ru-RU" sz="1600" spc="-1" strike="noStrike">
                <a:solidFill>
                  <a:schemeClr val="dk1"/>
                </a:solidFill>
                <a:latin typeface="Arial"/>
                <a:ea typeface="Noto Sans CJK SC"/>
              </a:rPr>
              <a:t>.</a:t>
            </a:r>
            <a:endParaRPr b="0" lang="ru-RU" sz="1600" spc="-1" strike="noStrike">
              <a:solidFill>
                <a:srgbClr val="000000"/>
              </a:solidFill>
              <a:latin typeface="Arial"/>
            </a:endParaRPr>
          </a:p>
          <a:p>
            <a:pPr lvl="2" marL="648000" indent="-216000">
              <a:lnSpc>
                <a:spcPct val="115000"/>
              </a:lnSpc>
              <a:spcBef>
                <a:spcPts val="40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500" spc="-1" strike="noStrike">
                <a:solidFill>
                  <a:schemeClr val="dk1"/>
                </a:solidFill>
                <a:latin typeface="Arial"/>
                <a:ea typeface="Noto Sans CJK SC"/>
              </a:rPr>
              <a:t>Контроль логичности получаемых результатов.</a:t>
            </a:r>
            <a:endParaRPr b="0" lang="ru-RU" sz="15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Заголовок 15"/>
          <p:cNvSpPr/>
          <p:nvPr/>
        </p:nvSpPr>
        <p:spPr>
          <a:xfrm>
            <a:off x="323280" y="120600"/>
            <a:ext cx="8071920" cy="94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r>
              <a:rPr b="1" lang="ru-RU" sz="2800" spc="-1" strike="noStrike">
                <a:solidFill>
                  <a:srgbClr val="ffffff"/>
                </a:solidFill>
                <a:latin typeface="Arial"/>
              </a:rPr>
              <a:t>Программирование агентной модели</a:t>
            </a:r>
            <a:endParaRPr b="0" lang="ru-RU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8" name="Объект 3"/>
          <p:cNvSpPr/>
          <p:nvPr/>
        </p:nvSpPr>
        <p:spPr>
          <a:xfrm>
            <a:off x="431640" y="1147320"/>
            <a:ext cx="8384760" cy="4070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marL="343080" indent="-343080">
              <a:lnSpc>
                <a:spcPct val="115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</a:pPr>
            <a:r>
              <a:rPr b="1" lang="ru-RU" sz="1500" spc="-1" strike="noStrike">
                <a:solidFill>
                  <a:schemeClr val="dk1"/>
                </a:solidFill>
                <a:latin typeface="Arial"/>
                <a:ea typeface="Noto Sans CJK SC"/>
              </a:rPr>
              <a:t>Агент</a:t>
            </a:r>
            <a:r>
              <a:rPr b="0" lang="ru-RU" sz="1500" spc="-1" strike="noStrike">
                <a:solidFill>
                  <a:schemeClr val="dk1"/>
                </a:solidFill>
                <a:latin typeface="Arial"/>
                <a:ea typeface="Noto Sans CJK SC"/>
              </a:rPr>
              <a:t> — экземпляр класса.</a:t>
            </a:r>
            <a:endParaRPr b="0" lang="ru-RU" sz="1500" spc="-1" strike="noStrike">
              <a:solidFill>
                <a:srgbClr val="000000"/>
              </a:solidFill>
              <a:latin typeface="Arial"/>
            </a:endParaRPr>
          </a:p>
          <a:p>
            <a:pPr lvl="2" marL="648000" indent="-216000">
              <a:lnSpc>
                <a:spcPct val="115000"/>
              </a:lnSpc>
              <a:spcBef>
                <a:spcPts val="40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400" spc="-1" strike="noStrike">
                <a:solidFill>
                  <a:schemeClr val="dk1"/>
                </a:solidFill>
                <a:latin typeface="Arial"/>
                <a:ea typeface="Noto Sans CJK SC"/>
              </a:rPr>
              <a:t>Сходные типы агентов — классы с единым предком.</a:t>
            </a:r>
            <a:endParaRPr b="0" lang="ru-RU" sz="1400" spc="-1" strike="noStrike">
              <a:solidFill>
                <a:srgbClr val="000000"/>
              </a:solidFill>
              <a:latin typeface="Arial"/>
            </a:endParaRPr>
          </a:p>
          <a:p>
            <a:pPr lvl="2" marL="648000" indent="-216000">
              <a:lnSpc>
                <a:spcPct val="115000"/>
              </a:lnSpc>
              <a:spcBef>
                <a:spcPts val="40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400" spc="-1" strike="noStrike">
                <a:solidFill>
                  <a:schemeClr val="dk1"/>
                </a:solidFill>
                <a:latin typeface="Arial"/>
                <a:ea typeface="Noto Sans CJK SC"/>
              </a:rPr>
              <a:t>Правила порождения агентов — паттерн Factory. </a:t>
            </a:r>
            <a:endParaRPr b="0" lang="ru-RU" sz="1400" spc="-1" strike="noStrike">
              <a:solidFill>
                <a:srgbClr val="000000"/>
              </a:solidFill>
              <a:latin typeface="Arial"/>
            </a:endParaRPr>
          </a:p>
          <a:p>
            <a:pPr lvl="2" marL="648000" indent="-216000">
              <a:lnSpc>
                <a:spcPct val="115000"/>
              </a:lnSpc>
              <a:spcBef>
                <a:spcPts val="40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400" spc="-1" strike="noStrike">
                <a:solidFill>
                  <a:schemeClr val="dk1"/>
                </a:solidFill>
                <a:latin typeface="Arial"/>
                <a:ea typeface="Noto Sans CJK SC"/>
              </a:rPr>
              <a:t>Правила поведения — методы (виртуальные). </a:t>
            </a:r>
            <a:endParaRPr b="0" lang="ru-RU" sz="1400" spc="-1" strike="noStrike">
              <a:solidFill>
                <a:srgbClr val="000000"/>
              </a:solidFill>
              <a:latin typeface="Arial"/>
            </a:endParaRPr>
          </a:p>
          <a:p>
            <a:pPr lvl="2" marL="648000" indent="-216000">
              <a:lnSpc>
                <a:spcPct val="115000"/>
              </a:lnSpc>
              <a:spcBef>
                <a:spcPts val="40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400" spc="-1" strike="noStrike">
                <a:solidFill>
                  <a:schemeClr val="dk1"/>
                </a:solidFill>
                <a:latin typeface="Arial"/>
                <a:ea typeface="Noto Sans CJK SC"/>
              </a:rPr>
              <a:t>Стимулы — публикация интерфейсов для других агентов.   </a:t>
            </a:r>
            <a:endParaRPr b="0" lang="ru-RU" sz="1400" spc="-1" strike="noStrike">
              <a:solidFill>
                <a:srgbClr val="000000"/>
              </a:solidFill>
              <a:latin typeface="Arial"/>
            </a:endParaRPr>
          </a:p>
          <a:p>
            <a:pPr lvl="2" marL="648000" indent="-216000">
              <a:lnSpc>
                <a:spcPct val="115000"/>
              </a:lnSpc>
              <a:spcBef>
                <a:spcPts val="40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400" spc="-1" strike="noStrike">
                <a:solidFill>
                  <a:schemeClr val="dk1"/>
                </a:solidFill>
                <a:latin typeface="Arial"/>
                <a:ea typeface="Noto Sans CJK SC"/>
              </a:rPr>
              <a:t>Взаимодействия — применение паттернов типа Circuit Breaker и механизмов реального времени. </a:t>
            </a:r>
            <a:endParaRPr b="0" lang="ru-RU" sz="1400" spc="-1" strike="noStrike">
              <a:solidFill>
                <a:srgbClr val="000000"/>
              </a:solidFill>
              <a:latin typeface="Arial"/>
            </a:endParaRPr>
          </a:p>
          <a:p>
            <a:pPr marL="343080" indent="-343080">
              <a:lnSpc>
                <a:spcPct val="115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</a:pPr>
            <a:r>
              <a:rPr b="1" lang="ru-RU" sz="1500" spc="-1" strike="noStrike">
                <a:solidFill>
                  <a:schemeClr val="dk1"/>
                </a:solidFill>
                <a:latin typeface="Arial"/>
                <a:ea typeface="Noto Sans CJK SC"/>
              </a:rPr>
              <a:t>Среда. </a:t>
            </a:r>
            <a:endParaRPr b="0" lang="ru-RU" sz="1500" spc="-1" strike="noStrike">
              <a:solidFill>
                <a:srgbClr val="000000"/>
              </a:solidFill>
              <a:latin typeface="Arial"/>
            </a:endParaRPr>
          </a:p>
          <a:p>
            <a:pPr lvl="2" marL="648000" indent="-216000">
              <a:lnSpc>
                <a:spcPct val="115000"/>
              </a:lnSpc>
              <a:spcBef>
                <a:spcPts val="40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400" spc="-1" strike="noStrike">
                <a:solidFill>
                  <a:schemeClr val="dk1"/>
                </a:solidFill>
                <a:latin typeface="Arial"/>
                <a:ea typeface="Noto Sans CJK SC"/>
              </a:rPr>
              <a:t>Единая точка входа — паттерн Singleton.</a:t>
            </a:r>
            <a:endParaRPr b="0" lang="ru-RU" sz="1400" spc="-1" strike="noStrike">
              <a:solidFill>
                <a:srgbClr val="000000"/>
              </a:solidFill>
              <a:latin typeface="Arial"/>
            </a:endParaRPr>
          </a:p>
          <a:p>
            <a:pPr lvl="2" marL="648000" indent="-216000">
              <a:lnSpc>
                <a:spcPct val="115000"/>
              </a:lnSpc>
              <a:spcBef>
                <a:spcPts val="40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400" spc="-1" strike="noStrike">
                <a:solidFill>
                  <a:schemeClr val="dk1"/>
                </a:solidFill>
                <a:latin typeface="Arial"/>
                <a:ea typeface="Noto Sans CJK SC"/>
              </a:rPr>
              <a:t>Структуры хранения информации об агентах.</a:t>
            </a:r>
            <a:endParaRPr b="0" lang="ru-RU" sz="1400" spc="-1" strike="noStrike">
              <a:solidFill>
                <a:srgbClr val="000000"/>
              </a:solidFill>
              <a:latin typeface="Arial"/>
            </a:endParaRPr>
          </a:p>
          <a:p>
            <a:pPr lvl="2" marL="648000" indent="-216000">
              <a:lnSpc>
                <a:spcPct val="115000"/>
              </a:lnSpc>
              <a:spcBef>
                <a:spcPts val="40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400" spc="-1" strike="noStrike">
                <a:solidFill>
                  <a:schemeClr val="dk1"/>
                </a:solidFill>
                <a:latin typeface="Arial"/>
                <a:ea typeface="Noto Sans CJK SC"/>
              </a:rPr>
              <a:t>Структуры-носители правил. </a:t>
            </a:r>
            <a:endParaRPr b="0" lang="ru-RU" sz="1400" spc="-1" strike="noStrike">
              <a:solidFill>
                <a:srgbClr val="000000"/>
              </a:solidFill>
              <a:latin typeface="Arial"/>
            </a:endParaRPr>
          </a:p>
          <a:p>
            <a:pPr marL="343080" indent="-343080">
              <a:lnSpc>
                <a:spcPct val="115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</a:pPr>
            <a:r>
              <a:rPr b="1" lang="ru-RU" sz="1500" spc="-1" strike="noStrike">
                <a:solidFill>
                  <a:schemeClr val="dk1"/>
                </a:solidFill>
                <a:latin typeface="Arial"/>
                <a:ea typeface="Noto Sans CJK SC"/>
              </a:rPr>
              <a:t>Архитектура программы</a:t>
            </a:r>
            <a:endParaRPr b="0" lang="ru-RU" sz="1500" spc="-1" strike="noStrike">
              <a:solidFill>
                <a:srgbClr val="000000"/>
              </a:solidFill>
              <a:latin typeface="Arial"/>
            </a:endParaRPr>
          </a:p>
          <a:p>
            <a:pPr lvl="2" marL="648000" indent="-216000">
              <a:lnSpc>
                <a:spcPct val="115000"/>
              </a:lnSpc>
              <a:spcBef>
                <a:spcPts val="40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400" spc="-1" strike="noStrike">
                <a:solidFill>
                  <a:schemeClr val="dk1"/>
                </a:solidFill>
                <a:latin typeface="Arial"/>
                <a:ea typeface="Noto Sans CJK SC"/>
              </a:rPr>
              <a:t>Параллельная обработка </a:t>
            </a:r>
            <a:endParaRPr b="0" lang="ru-RU" sz="1400" spc="-1" strike="noStrike">
              <a:solidFill>
                <a:srgbClr val="000000"/>
              </a:solidFill>
              <a:latin typeface="Arial"/>
            </a:endParaRPr>
          </a:p>
          <a:p>
            <a:pPr lvl="2" marL="648000" indent="-216000">
              <a:lnSpc>
                <a:spcPct val="115000"/>
              </a:lnSpc>
              <a:spcBef>
                <a:spcPts val="40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400" spc="-1" strike="noStrike">
                <a:solidFill>
                  <a:schemeClr val="dk1"/>
                </a:solidFill>
                <a:latin typeface="Arial"/>
                <a:ea typeface="Noto Sans CJK SC"/>
              </a:rPr>
              <a:t>Синхронный / асинхронный режим. </a:t>
            </a:r>
            <a:endParaRPr b="0" lang="ru-RU" sz="14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PlaceHolder 1"/>
          <p:cNvSpPr>
            <a:spLocks noGrp="1"/>
          </p:cNvSpPr>
          <p:nvPr>
            <p:ph type="title"/>
          </p:nvPr>
        </p:nvSpPr>
        <p:spPr>
          <a:xfrm>
            <a:off x="288000" y="156600"/>
            <a:ext cx="7423560" cy="94968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1440" rIns="91440" tIns="45720" bIns="4572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ru-RU" sz="3600" spc="-1" strike="noStrike">
                <a:solidFill>
                  <a:srgbClr val="ffffff"/>
                </a:solidFill>
                <a:latin typeface="Arial"/>
              </a:rPr>
              <a:t>Проблемы агентных моделей</a:t>
            </a:r>
            <a:endParaRPr b="0" lang="ru-RU" sz="3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0" name="PlaceHolder 2"/>
          <p:cNvSpPr>
            <a:spLocks noGrp="1"/>
          </p:cNvSpPr>
          <p:nvPr>
            <p:ph/>
          </p:nvPr>
        </p:nvSpPr>
        <p:spPr>
          <a:xfrm>
            <a:off x="376200" y="1101600"/>
            <a:ext cx="8226360" cy="376884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1440" rIns="91440" tIns="45720" bIns="45720" anchor="t">
            <a:noAutofit/>
          </a:bodyPr>
          <a:p>
            <a:pPr marL="395280" indent="-457200">
              <a:lnSpc>
                <a:spcPct val="100000"/>
              </a:lnSpc>
              <a:spcBef>
                <a:spcPts val="283"/>
              </a:spcBef>
              <a:spcAft>
                <a:spcPts val="283"/>
              </a:spcAft>
              <a:buNone/>
              <a:tabLst>
                <a:tab algn="l" pos="0"/>
              </a:tabLst>
            </a:pPr>
            <a:endParaRPr b="0" lang="ru-RU" sz="1000" spc="-1" strike="noStrike">
              <a:solidFill>
                <a:srgbClr val="000000"/>
              </a:solidFill>
              <a:latin typeface="Arial"/>
            </a:endParaRPr>
          </a:p>
          <a:p>
            <a:pPr lvl="1" marL="395280" indent="-457200">
              <a:lnSpc>
                <a:spcPct val="100000"/>
              </a:lnSpc>
              <a:spcBef>
                <a:spcPts val="283"/>
              </a:spcBef>
              <a:spcAft>
                <a:spcPts val="283"/>
              </a:spcAft>
              <a:buClr>
                <a:srgbClr val="000000"/>
              </a:buClr>
              <a:buSzPct val="45000"/>
              <a:buFont typeface="Wingdings" charset="2"/>
              <a:buChar char=""/>
              <a:tabLst>
                <a:tab algn="l" pos="0"/>
              </a:tabLst>
            </a:pPr>
            <a:r>
              <a:rPr b="0" lang="ru-RU" sz="2000" spc="-1" strike="noStrike">
                <a:solidFill>
                  <a:schemeClr val="dk1"/>
                </a:solidFill>
                <a:latin typeface="Arial"/>
                <a:ea typeface="Noto Sans CJK SC"/>
              </a:rPr>
              <a:t>Вычислительная сложность</a:t>
            </a:r>
            <a:endParaRPr b="0" lang="ru-RU" sz="20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283"/>
              </a:spcBef>
              <a:spcAft>
                <a:spcPts val="283"/>
              </a:spcAft>
              <a:buClr>
                <a:srgbClr val="000000"/>
              </a:buClr>
              <a:buSzPct val="75000"/>
              <a:buFont typeface="Symbol" charset="2"/>
              <a:buChar char=""/>
              <a:tabLst>
                <a:tab algn="l" pos="0"/>
              </a:tabLst>
            </a:pPr>
            <a:r>
              <a:rPr b="0" lang="ru-RU" sz="1600" spc="-1" strike="noStrike">
                <a:solidFill>
                  <a:schemeClr val="dk1"/>
                </a:solidFill>
                <a:latin typeface="Arial"/>
                <a:ea typeface="Noto Sans CJK SC"/>
              </a:rPr>
              <a:t>Количество взаимодействий — рост </a:t>
            </a:r>
            <a:r>
              <a:rPr b="1" lang="ru-RU" sz="1600" spc="-1" strike="noStrike">
                <a:solidFill>
                  <a:schemeClr val="dk1"/>
                </a:solidFill>
                <a:latin typeface="Arial"/>
                <a:ea typeface="Noto Sans CJK SC"/>
              </a:rPr>
              <a:t>порядка </a:t>
            </a:r>
            <a:r>
              <a:rPr b="1" i="1" lang="ru-RU" sz="1600" spc="-1" strike="noStrike">
                <a:solidFill>
                  <a:schemeClr val="dk1"/>
                </a:solidFill>
                <a:latin typeface="Arial"/>
                <a:ea typeface="Noto Sans CJK SC"/>
              </a:rPr>
              <a:t>N</a:t>
            </a:r>
            <a:r>
              <a:rPr b="1" i="1" lang="ru-RU" sz="1600" spc="-1" strike="noStrike" baseline="33000">
                <a:solidFill>
                  <a:schemeClr val="dk1"/>
                </a:solidFill>
                <a:latin typeface="Arial"/>
                <a:ea typeface="Noto Sans CJK SC"/>
              </a:rPr>
              <a:t>2</a:t>
            </a:r>
            <a:endParaRPr b="0" lang="ru-RU" sz="16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283"/>
              </a:spcBef>
              <a:spcAft>
                <a:spcPts val="283"/>
              </a:spcAft>
              <a:buClr>
                <a:srgbClr val="000000"/>
              </a:buClr>
              <a:buSzPct val="75000"/>
              <a:buFont typeface="Symbol" charset="2"/>
              <a:buChar char=""/>
              <a:tabLst>
                <a:tab algn="l" pos="0"/>
              </a:tabLst>
            </a:pPr>
            <a:r>
              <a:rPr b="0" lang="ru-RU" sz="1600" spc="-1" strike="noStrike">
                <a:solidFill>
                  <a:schemeClr val="dk1"/>
                </a:solidFill>
                <a:latin typeface="Arial"/>
                <a:ea typeface="Noto Sans CJK SC"/>
              </a:rPr>
              <a:t>Когнитивные обработки — только при наличии </a:t>
            </a:r>
            <a:r>
              <a:rPr b="1" lang="ru-RU" sz="1600" spc="-1" strike="noStrike">
                <a:solidFill>
                  <a:schemeClr val="dk1"/>
                </a:solidFill>
                <a:latin typeface="Arial"/>
                <a:ea typeface="Noto Sans CJK SC"/>
              </a:rPr>
              <a:t>мотивации</a:t>
            </a:r>
            <a:endParaRPr b="0" lang="ru-RU" sz="16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283"/>
              </a:spcBef>
              <a:spcAft>
                <a:spcPts val="283"/>
              </a:spcAft>
              <a:buClr>
                <a:srgbClr val="000000"/>
              </a:buClr>
              <a:buSzPct val="75000"/>
              <a:buFont typeface="Symbol" charset="2"/>
              <a:buChar char=""/>
              <a:tabLst>
                <a:tab algn="l" pos="0"/>
              </a:tabLst>
            </a:pPr>
            <a:r>
              <a:rPr b="0" lang="ru-RU" sz="1600" spc="-1" strike="noStrike">
                <a:solidFill>
                  <a:schemeClr val="dk1"/>
                </a:solidFill>
                <a:latin typeface="Arial"/>
                <a:ea typeface="Noto Sans CJK SC"/>
              </a:rPr>
              <a:t>Объем памяти для хранения агентов, свойств. </a:t>
            </a:r>
            <a:endParaRPr b="0" lang="ru-RU" sz="1600" spc="-1" strike="noStrike">
              <a:solidFill>
                <a:srgbClr val="000000"/>
              </a:solidFill>
              <a:latin typeface="Arial"/>
            </a:endParaRPr>
          </a:p>
          <a:p>
            <a:pPr lvl="1" marL="395280" indent="-457200">
              <a:lnSpc>
                <a:spcPct val="100000"/>
              </a:lnSpc>
              <a:spcBef>
                <a:spcPts val="283"/>
              </a:spcBef>
              <a:spcAft>
                <a:spcPts val="283"/>
              </a:spcAft>
              <a:buClr>
                <a:srgbClr val="000000"/>
              </a:buClr>
              <a:buSzPct val="45000"/>
              <a:buFont typeface="Wingdings" charset="2"/>
              <a:buChar char=""/>
              <a:tabLst>
                <a:tab algn="l" pos="0"/>
              </a:tabLst>
            </a:pPr>
            <a:r>
              <a:rPr b="0" lang="ru-RU" sz="2000" spc="-1" strike="noStrike">
                <a:solidFill>
                  <a:schemeClr val="dk1"/>
                </a:solidFill>
                <a:latin typeface="Arial"/>
                <a:ea typeface="Noto Sans CJK SC"/>
              </a:rPr>
              <a:t>Эффекты самой модели</a:t>
            </a:r>
            <a:endParaRPr b="0" lang="ru-RU" sz="20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283"/>
              </a:spcBef>
              <a:spcAft>
                <a:spcPts val="283"/>
              </a:spcAft>
              <a:buClr>
                <a:srgbClr val="000000"/>
              </a:buClr>
              <a:buSzPct val="75000"/>
              <a:buFont typeface="Symbol" charset="2"/>
              <a:buChar char=""/>
              <a:tabLst>
                <a:tab algn="l" pos="0"/>
              </a:tabLst>
            </a:pPr>
            <a:r>
              <a:rPr b="0" lang="ru-RU" sz="1600" spc="-1" strike="noStrike">
                <a:solidFill>
                  <a:schemeClr val="dk1"/>
                </a:solidFill>
                <a:latin typeface="Arial"/>
                <a:ea typeface="Noto Sans CJK SC"/>
              </a:rPr>
              <a:t>Блокировки и гонки при параллельной разработке</a:t>
            </a:r>
            <a:endParaRPr b="0" lang="ru-RU" sz="16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283"/>
              </a:spcBef>
              <a:spcAft>
                <a:spcPts val="283"/>
              </a:spcAft>
              <a:buClr>
                <a:srgbClr val="000000"/>
              </a:buClr>
              <a:buSzPct val="75000"/>
              <a:buFont typeface="Symbol" charset="2"/>
              <a:buChar char=""/>
              <a:tabLst>
                <a:tab algn="l" pos="0"/>
              </a:tabLst>
            </a:pPr>
            <a:r>
              <a:rPr b="0" lang="ru-RU" sz="1600" spc="-1" strike="noStrike">
                <a:solidFill>
                  <a:schemeClr val="dk1"/>
                </a:solidFill>
                <a:latin typeface="Arial"/>
                <a:ea typeface="Noto Sans CJK SC"/>
              </a:rPr>
              <a:t>Ограничения среды исполнения (не заданные)</a:t>
            </a:r>
            <a:endParaRPr b="0" lang="ru-RU" sz="16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283"/>
              </a:spcBef>
              <a:spcAft>
                <a:spcPts val="283"/>
              </a:spcAft>
              <a:buClr>
                <a:srgbClr val="000000"/>
              </a:buClr>
              <a:buSzPct val="75000"/>
              <a:buFont typeface="Symbol" charset="2"/>
              <a:buChar char=""/>
              <a:tabLst>
                <a:tab algn="l" pos="0"/>
              </a:tabLst>
            </a:pPr>
            <a:r>
              <a:rPr b="0" lang="ru-RU" sz="1600" spc="-1" strike="noStrike">
                <a:solidFill>
                  <a:schemeClr val="dk1"/>
                </a:solidFill>
                <a:latin typeface="Arial"/>
                <a:ea typeface="Noto Sans CJK SC"/>
              </a:rPr>
              <a:t>Неэластичность компьютерной модели</a:t>
            </a:r>
            <a:endParaRPr b="0" lang="ru-RU" sz="1600" spc="-1" strike="noStrike">
              <a:solidFill>
                <a:srgbClr val="000000"/>
              </a:solidFill>
              <a:latin typeface="Arial"/>
            </a:endParaRPr>
          </a:p>
          <a:p>
            <a:pPr lvl="1" marL="395280" indent="-457200">
              <a:lnSpc>
                <a:spcPct val="100000"/>
              </a:lnSpc>
              <a:spcBef>
                <a:spcPts val="283"/>
              </a:spcBef>
              <a:spcAft>
                <a:spcPts val="283"/>
              </a:spcAft>
              <a:buClr>
                <a:srgbClr val="000000"/>
              </a:buClr>
              <a:buSzPct val="45000"/>
              <a:buFont typeface="Wingdings" charset="2"/>
              <a:buChar char=""/>
              <a:tabLst>
                <a:tab algn="l" pos="0"/>
              </a:tabLst>
            </a:pPr>
            <a:r>
              <a:rPr b="0" lang="ru-RU" sz="2000" spc="-1" strike="noStrike">
                <a:solidFill>
                  <a:schemeClr val="dk1"/>
                </a:solidFill>
                <a:latin typeface="Arial"/>
                <a:ea typeface="Noto Sans CJK SC"/>
              </a:rPr>
              <a:t>Субъективность определения правил поведения </a:t>
            </a:r>
            <a:endParaRPr b="0" lang="ru-RU" sz="2000" spc="-1" strike="noStrike">
              <a:solidFill>
                <a:srgbClr val="000000"/>
              </a:solidFill>
              <a:latin typeface="Arial"/>
            </a:endParaRPr>
          </a:p>
          <a:p>
            <a:pPr lvl="1" marL="395280" indent="-457200">
              <a:lnSpc>
                <a:spcPct val="100000"/>
              </a:lnSpc>
              <a:spcBef>
                <a:spcPts val="283"/>
              </a:spcBef>
              <a:spcAft>
                <a:spcPts val="283"/>
              </a:spcAft>
              <a:buClr>
                <a:srgbClr val="000000"/>
              </a:buClr>
              <a:buSzPct val="45000"/>
              <a:buFont typeface="Wingdings" charset="2"/>
              <a:buChar char=""/>
              <a:tabLst>
                <a:tab algn="l" pos="0"/>
              </a:tabLst>
            </a:pPr>
            <a:r>
              <a:rPr b="0" lang="ru-RU" sz="2000" spc="-1" strike="noStrike">
                <a:solidFill>
                  <a:schemeClr val="dk1"/>
                </a:solidFill>
                <a:latin typeface="Arial"/>
                <a:ea typeface="Noto Sans CJK SC"/>
              </a:rPr>
              <a:t>Непрогнозируемость эмерджентных эффектов, «сюрпризы» для исследователя</a:t>
            </a:r>
            <a:endParaRPr b="0" lang="ru-RU" sz="2000" spc="-1" strike="noStrike">
              <a:solidFill>
                <a:srgbClr val="000000"/>
              </a:solidFill>
              <a:latin typeface="Arial"/>
            </a:endParaRPr>
          </a:p>
          <a:p>
            <a:pPr marL="395280" indent="-457200">
              <a:lnSpc>
                <a:spcPct val="100000"/>
              </a:lnSpc>
              <a:spcBef>
                <a:spcPts val="567"/>
              </a:spcBef>
              <a:spcAft>
                <a:spcPts val="567"/>
              </a:spcAft>
              <a:buNone/>
              <a:tabLst>
                <a:tab algn="l" pos="0"/>
              </a:tabLst>
            </a:pPr>
            <a:endParaRPr b="0" lang="ru-RU" sz="1600" spc="-1" strike="noStrike">
              <a:solidFill>
                <a:srgbClr val="000000"/>
              </a:solidFill>
              <a:latin typeface="Arial"/>
            </a:endParaRPr>
          </a:p>
          <a:p>
            <a:pPr marL="395280" indent="-457200">
              <a:lnSpc>
                <a:spcPct val="100000"/>
              </a:lnSpc>
              <a:spcBef>
                <a:spcPts val="283"/>
              </a:spcBef>
              <a:spcAft>
                <a:spcPts val="283"/>
              </a:spcAft>
              <a:buNone/>
              <a:tabLst>
                <a:tab algn="l" pos="0"/>
              </a:tabLst>
            </a:pPr>
            <a:endParaRPr b="0" lang="ru-RU" sz="16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PlaceHolder 1"/>
          <p:cNvSpPr>
            <a:spLocks noGrp="1"/>
          </p:cNvSpPr>
          <p:nvPr>
            <p:ph type="title"/>
          </p:nvPr>
        </p:nvSpPr>
        <p:spPr>
          <a:xfrm>
            <a:off x="324000" y="156600"/>
            <a:ext cx="7423560" cy="94968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1440" rIns="91440" tIns="45720" bIns="4572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ru-RU" sz="3600" spc="-1" strike="noStrike">
                <a:solidFill>
                  <a:srgbClr val="ffffff"/>
                </a:solidFill>
                <a:latin typeface="Arial"/>
              </a:rPr>
              <a:t>Примеры агентных моделей</a:t>
            </a:r>
            <a:endParaRPr b="0" lang="ru-RU" sz="3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2" name="PlaceHolder 2"/>
          <p:cNvSpPr>
            <a:spLocks noGrp="1"/>
          </p:cNvSpPr>
          <p:nvPr>
            <p:ph/>
          </p:nvPr>
        </p:nvSpPr>
        <p:spPr>
          <a:xfrm>
            <a:off x="376200" y="1029600"/>
            <a:ext cx="8226360" cy="376884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1440" rIns="91440" tIns="45720" bIns="45720" anchor="t">
            <a:noAutofit/>
          </a:bodyPr>
          <a:p>
            <a:pPr marL="395280" indent="-457200">
              <a:lnSpc>
                <a:spcPct val="100000"/>
              </a:lnSpc>
              <a:spcBef>
                <a:spcPts val="283"/>
              </a:spcBef>
              <a:spcAft>
                <a:spcPts val="283"/>
              </a:spcAft>
              <a:buNone/>
              <a:tabLst>
                <a:tab algn="l" pos="0"/>
              </a:tabLst>
            </a:pPr>
            <a:endParaRPr b="0" lang="ru-RU" sz="1000" spc="-1" strike="noStrike">
              <a:solidFill>
                <a:srgbClr val="000000"/>
              </a:solidFill>
              <a:latin typeface="Arial"/>
            </a:endParaRPr>
          </a:p>
          <a:p>
            <a:pPr lvl="1" marL="395280" indent="-457200">
              <a:lnSpc>
                <a:spcPct val="100000"/>
              </a:lnSpc>
              <a:spcBef>
                <a:spcPts val="567"/>
              </a:spcBef>
              <a:spcAft>
                <a:spcPts val="567"/>
              </a:spcAft>
              <a:buClr>
                <a:srgbClr val="000000"/>
              </a:buClr>
              <a:buSzPct val="45000"/>
              <a:buFont typeface="Wingdings" charset="2"/>
              <a:buChar char=""/>
              <a:tabLst>
                <a:tab algn="l" pos="0"/>
              </a:tabLst>
            </a:pPr>
            <a:r>
              <a:rPr b="0" lang="ru-RU" sz="2000" spc="-1" strike="noStrike">
                <a:solidFill>
                  <a:schemeClr val="dk1"/>
                </a:solidFill>
                <a:latin typeface="Arial"/>
                <a:ea typeface="Noto Sans CJK SC"/>
              </a:rPr>
              <a:t>Модель распространения эпидемии</a:t>
            </a:r>
            <a:endParaRPr b="0" lang="ru-RU" sz="20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tabLst>
                <a:tab algn="l" pos="0"/>
              </a:tabLst>
            </a:pPr>
            <a:r>
              <a:rPr b="0" lang="ru-RU" sz="1800" spc="-1" strike="noStrike">
                <a:solidFill>
                  <a:schemeClr val="dk1"/>
                </a:solidFill>
                <a:latin typeface="Arial"/>
                <a:ea typeface="Noto Sans CJK SC"/>
              </a:rPr>
              <a:t>Агенты: люди (здоровые, больные, иммунные).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tabLst>
                <a:tab algn="l" pos="0"/>
              </a:tabLst>
            </a:pPr>
            <a:r>
              <a:rPr b="0" lang="ru-RU" sz="1800" spc="-1" strike="noStrike">
                <a:solidFill>
                  <a:schemeClr val="dk1"/>
                </a:solidFill>
                <a:latin typeface="Arial"/>
                <a:ea typeface="Noto Sans CJK SC"/>
              </a:rPr>
              <a:t>Правила: заражение при контакте, выздоровление через время.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tabLst>
                <a:tab algn="l" pos="0"/>
              </a:tabLst>
            </a:pPr>
            <a:r>
              <a:rPr b="0" lang="ru-RU" sz="1800" spc="-1" strike="noStrike">
                <a:solidFill>
                  <a:schemeClr val="dk1"/>
                </a:solidFill>
                <a:latin typeface="Arial"/>
                <a:ea typeface="Noto Sans CJK SC"/>
              </a:rPr>
              <a:t>Среда: изоляция, лечение, информирование агентов.</a:t>
            </a:r>
            <a:br>
              <a:rPr sz="2000"/>
            </a:br>
            <a:r>
              <a:rPr b="0" lang="ru-RU" sz="2000" spc="-1" strike="noStrike">
                <a:solidFill>
                  <a:schemeClr val="dk1"/>
                </a:solidFill>
                <a:latin typeface="Arial"/>
                <a:ea typeface="Noto Sans CJK SC"/>
              </a:rPr>
              <a:t> </a:t>
            </a:r>
            <a:endParaRPr b="0" lang="ru-RU" sz="2000" spc="-1" strike="noStrike">
              <a:solidFill>
                <a:srgbClr val="000000"/>
              </a:solidFill>
              <a:latin typeface="Arial"/>
            </a:endParaRPr>
          </a:p>
          <a:p>
            <a:pPr lvl="1" marL="395280" indent="-4572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algn="l" pos="0"/>
              </a:tabLst>
            </a:pPr>
            <a:r>
              <a:rPr b="0" lang="ru-RU" sz="2000" spc="-1" strike="noStrike">
                <a:solidFill>
                  <a:schemeClr val="dk1"/>
                </a:solidFill>
                <a:latin typeface="Arial"/>
                <a:ea typeface="Noto Sans CJK SC"/>
              </a:rPr>
              <a:t>Оптимизация логистики склада</a:t>
            </a:r>
            <a:endParaRPr b="0" lang="ru-RU" sz="20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tabLst>
                <a:tab algn="l" pos="0"/>
              </a:tabLst>
            </a:pPr>
            <a:r>
              <a:rPr b="0" lang="ru-RU" sz="1800" spc="-1" strike="noStrike">
                <a:solidFill>
                  <a:schemeClr val="dk1"/>
                </a:solidFill>
                <a:latin typeface="Arial"/>
                <a:ea typeface="Noto Sans CJK SC"/>
              </a:rPr>
              <a:t>Агенты: роботы-погрузчики, грузы.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tabLst>
                <a:tab algn="l" pos="0"/>
              </a:tabLst>
            </a:pPr>
            <a:r>
              <a:rPr b="0" lang="ru-RU" sz="1800" spc="-1" strike="noStrike">
                <a:solidFill>
                  <a:schemeClr val="dk1"/>
                </a:solidFill>
                <a:latin typeface="Arial"/>
                <a:ea typeface="Noto Sans CJK SC"/>
              </a:rPr>
              <a:t>Правила: избегание столкновений, поиск кратчайшего пути.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tabLst>
                <a:tab algn="l" pos="0"/>
              </a:tabLst>
            </a:pPr>
            <a:r>
              <a:rPr b="0" lang="ru-RU" sz="1800" spc="-1" strike="noStrike">
                <a:solidFill>
                  <a:schemeClr val="dk1"/>
                </a:solidFill>
                <a:latin typeface="Arial"/>
                <a:ea typeface="Noto Sans CJK SC"/>
              </a:rPr>
              <a:t>Среда: общий поток грузов, условия работы. 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 marL="395280" indent="-457200">
              <a:lnSpc>
                <a:spcPct val="100000"/>
              </a:lnSpc>
              <a:spcBef>
                <a:spcPts val="567"/>
              </a:spcBef>
              <a:spcAft>
                <a:spcPts val="567"/>
              </a:spcAft>
              <a:buNone/>
              <a:tabLst>
                <a:tab algn="l" pos="0"/>
              </a:tabLst>
            </a:pP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 marL="395280" indent="-457200">
              <a:lnSpc>
                <a:spcPct val="100000"/>
              </a:lnSpc>
              <a:spcBef>
                <a:spcPts val="283"/>
              </a:spcBef>
              <a:spcAft>
                <a:spcPts val="283"/>
              </a:spcAft>
              <a:buNone/>
              <a:tabLst>
                <a:tab algn="l" pos="0"/>
              </a:tabLst>
            </a:pPr>
            <a:endParaRPr b="0" lang="ru-RU" sz="16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PlaceHolder 1"/>
          <p:cNvSpPr>
            <a:spLocks noGrp="1"/>
          </p:cNvSpPr>
          <p:nvPr>
            <p:ph type="title"/>
          </p:nvPr>
        </p:nvSpPr>
        <p:spPr>
          <a:xfrm>
            <a:off x="315360" y="180000"/>
            <a:ext cx="7423560" cy="94968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1440" rIns="91440" tIns="45720" bIns="4572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ru-RU" sz="3600" spc="-1" strike="noStrike">
                <a:solidFill>
                  <a:srgbClr val="ffffff"/>
                </a:solidFill>
                <a:latin typeface="Arial"/>
              </a:rPr>
              <a:t>Примеры агентных моделей</a:t>
            </a:r>
            <a:endParaRPr b="0" lang="ru-RU" sz="3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4" name=""/>
          <p:cNvSpPr/>
          <p:nvPr/>
        </p:nvSpPr>
        <p:spPr>
          <a:xfrm>
            <a:off x="495360" y="1369080"/>
            <a:ext cx="5263200" cy="102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ru-RU" sz="900" spc="-1" strike="noStrike">
                <a:solidFill>
                  <a:srgbClr val="000000"/>
                </a:solidFill>
                <a:latin typeface="Courier New"/>
              </a:rPr>
              <a:t>class Car:  </a:t>
            </a:r>
            <a:endParaRPr b="0" lang="ru-RU" sz="9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900" spc="-1" strike="noStrike">
                <a:solidFill>
                  <a:srgbClr val="000000"/>
                </a:solidFill>
                <a:latin typeface="Courier New"/>
              </a:rPr>
              <a:t>    </a:t>
            </a:r>
            <a:r>
              <a:rPr b="0" lang="ru-RU" sz="900" spc="-1" strike="noStrike">
                <a:solidFill>
                  <a:srgbClr val="000000"/>
                </a:solidFill>
                <a:latin typeface="Courier New"/>
              </a:rPr>
              <a:t>def react_to_pedestrian(self, pedestrians):  </a:t>
            </a:r>
            <a:endParaRPr b="0" lang="ru-RU" sz="9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900" spc="-1" strike="noStrike">
                <a:solidFill>
                  <a:srgbClr val="000000"/>
                </a:solidFill>
                <a:latin typeface="Courier New"/>
              </a:rPr>
              <a:t>        </a:t>
            </a:r>
            <a:r>
              <a:rPr b="0" lang="ru-RU" sz="900" spc="-1" strike="noStrike">
                <a:solidFill>
                  <a:srgbClr val="000000"/>
                </a:solidFill>
                <a:latin typeface="Courier New"/>
              </a:rPr>
              <a:t>for p in pedestrians:  </a:t>
            </a:r>
            <a:endParaRPr b="0" lang="ru-RU" sz="9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900" spc="-1" strike="noStrike">
                <a:solidFill>
                  <a:srgbClr val="000000"/>
                </a:solidFill>
                <a:latin typeface="Courier New"/>
              </a:rPr>
              <a:t>            </a:t>
            </a:r>
            <a:r>
              <a:rPr b="0" lang="ru-RU" sz="900" spc="-1" strike="noStrike">
                <a:solidFill>
                  <a:srgbClr val="000000"/>
                </a:solidFill>
                <a:latin typeface="Courier New"/>
              </a:rPr>
              <a:t>if p.on_crosswalk and distance(self.pos, p.pos) &lt; 10:  </a:t>
            </a:r>
            <a:endParaRPr b="0" lang="ru-RU" sz="9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900" spc="-1" strike="noStrike">
                <a:solidFill>
                  <a:srgbClr val="000000"/>
                </a:solidFill>
                <a:latin typeface="Courier New"/>
              </a:rPr>
              <a:t>                </a:t>
            </a:r>
            <a:r>
              <a:rPr b="0" lang="ru-RU" sz="900" spc="-1" strike="noStrike">
                <a:solidFill>
                  <a:srgbClr val="000000"/>
                </a:solidFill>
                <a:latin typeface="Courier New"/>
              </a:rPr>
              <a:t>self.brake()  # Локальная реакция  </a:t>
            </a:r>
            <a:endParaRPr b="0" lang="ru-RU" sz="9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900" spc="-1" strike="noStrike">
                <a:solidFill>
                  <a:srgbClr val="000000"/>
                </a:solidFill>
                <a:latin typeface="Courier New"/>
              </a:rPr>
              <a:t>    </a:t>
            </a:r>
            <a:r>
              <a:rPr b="0" lang="ru-RU" sz="900" spc="-1" strike="noStrike">
                <a:solidFill>
                  <a:srgbClr val="000000"/>
                </a:solidFill>
                <a:latin typeface="Courier New"/>
              </a:rPr>
              <a:t>def follow_traffic_rules(self, traffic_lights):  </a:t>
            </a:r>
            <a:endParaRPr b="0" lang="ru-RU" sz="9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900" spc="-1" strike="noStrike">
                <a:solidFill>
                  <a:srgbClr val="000000"/>
                </a:solidFill>
                <a:latin typeface="Courier New"/>
              </a:rPr>
              <a:t>        </a:t>
            </a:r>
            <a:r>
              <a:rPr b="0" lang="ru-RU" sz="900" spc="-1" strike="noStrike">
                <a:solidFill>
                  <a:srgbClr val="000000"/>
                </a:solidFill>
                <a:latin typeface="Courier New"/>
              </a:rPr>
              <a:t>if traffic_lights.current_light == "red":  </a:t>
            </a:r>
            <a:endParaRPr b="0" lang="ru-RU" sz="9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900" spc="-1" strike="noStrike">
                <a:solidFill>
                  <a:srgbClr val="000000"/>
                </a:solidFill>
                <a:latin typeface="Courier New"/>
              </a:rPr>
              <a:t>            </a:t>
            </a:r>
            <a:r>
              <a:rPr b="0" lang="ru-RU" sz="900" spc="-1" strike="noStrike">
                <a:solidFill>
                  <a:srgbClr val="000000"/>
                </a:solidFill>
                <a:latin typeface="Courier New"/>
              </a:rPr>
              <a:t>self.stop()  # Глобальное правило  </a:t>
            </a:r>
            <a:endParaRPr b="0" lang="ru-RU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5" name=""/>
          <p:cNvSpPr/>
          <p:nvPr/>
        </p:nvSpPr>
        <p:spPr>
          <a:xfrm>
            <a:off x="523080" y="2596680"/>
            <a:ext cx="5415480" cy="551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ru-RU" sz="900" spc="-1" strike="noStrike">
                <a:solidFill>
                  <a:srgbClr val="000000"/>
                </a:solidFill>
                <a:latin typeface="Courier New"/>
              </a:rPr>
              <a:t>class TrafficLight:  </a:t>
            </a:r>
            <a:endParaRPr b="0" lang="ru-RU" sz="9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900" spc="-1" strike="noStrike">
                <a:solidFill>
                  <a:srgbClr val="000000"/>
                </a:solidFill>
                <a:latin typeface="Courier New"/>
              </a:rPr>
              <a:t>    </a:t>
            </a:r>
            <a:r>
              <a:rPr b="0" lang="ru-RU" sz="900" spc="-1" strike="noStrike">
                <a:solidFill>
                  <a:srgbClr val="000000"/>
                </a:solidFill>
                <a:latin typeface="Courier New"/>
              </a:rPr>
              <a:t>def update(self, city_center):  </a:t>
            </a:r>
            <a:endParaRPr b="0" lang="ru-RU" sz="9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900" spc="-1" strike="noStrike">
                <a:solidFill>
                  <a:srgbClr val="000000"/>
                </a:solidFill>
                <a:latin typeface="Courier New"/>
              </a:rPr>
              <a:t>        </a:t>
            </a:r>
            <a:r>
              <a:rPr b="0" lang="ru-RU" sz="900" spc="-1" strike="noStrike">
                <a:solidFill>
                  <a:srgbClr val="000000"/>
                </a:solidFill>
                <a:latin typeface="Courier New"/>
              </a:rPr>
              <a:t>if city_center.traffic_jam_detected():  </a:t>
            </a:r>
            <a:endParaRPr b="0" lang="ru-RU" sz="9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900" spc="-1" strike="noStrike">
                <a:solidFill>
                  <a:srgbClr val="000000"/>
                </a:solidFill>
                <a:latin typeface="Courier New"/>
              </a:rPr>
              <a:t>            </a:t>
            </a:r>
            <a:r>
              <a:rPr b="0" lang="ru-RU" sz="900" spc="-1" strike="noStrike">
                <a:solidFill>
                  <a:srgbClr val="000000"/>
                </a:solidFill>
                <a:latin typeface="Courier New"/>
              </a:rPr>
              <a:t>self.set_green()  # Центр дает команду включить зеленый  </a:t>
            </a:r>
            <a:endParaRPr b="0" lang="ru-RU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6" name=""/>
          <p:cNvSpPr/>
          <p:nvPr/>
        </p:nvSpPr>
        <p:spPr>
          <a:xfrm>
            <a:off x="540000" y="3347280"/>
            <a:ext cx="5642640" cy="671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ru-RU" sz="900" spc="-1" strike="noStrike">
                <a:solidFill>
                  <a:srgbClr val="000000"/>
                </a:solidFill>
                <a:latin typeface="Courier New"/>
              </a:rPr>
              <a:t>class Pedestrian:  </a:t>
            </a:r>
            <a:endParaRPr b="0" lang="ru-RU" sz="9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900" spc="-1" strike="noStrike">
                <a:solidFill>
                  <a:srgbClr val="000000"/>
                </a:solidFill>
                <a:latin typeface="Courier New"/>
              </a:rPr>
              <a:t>    </a:t>
            </a:r>
            <a:r>
              <a:rPr b="0" lang="ru-RU" sz="900" spc="-1" strike="noStrike">
                <a:solidFill>
                  <a:srgbClr val="000000"/>
                </a:solidFill>
                <a:latin typeface="Courier New"/>
              </a:rPr>
              <a:t>def avoid_collision(self, neighbors):  </a:t>
            </a:r>
            <a:endParaRPr b="0" lang="ru-RU" sz="9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900" spc="-1" strike="noStrike">
                <a:solidFill>
                  <a:srgbClr val="000000"/>
                </a:solidFill>
                <a:latin typeface="Courier New"/>
              </a:rPr>
              <a:t>        </a:t>
            </a:r>
            <a:r>
              <a:rPr b="0" lang="ru-RU" sz="900" spc="-1" strike="noStrike">
                <a:solidFill>
                  <a:srgbClr val="000000"/>
                </a:solidFill>
                <a:latin typeface="Courier New"/>
              </a:rPr>
              <a:t>for neighbor in neighbors:  </a:t>
            </a:r>
            <a:endParaRPr b="0" lang="ru-RU" sz="9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900" spc="-1" strike="noStrike">
                <a:solidFill>
                  <a:srgbClr val="000000"/>
                </a:solidFill>
                <a:latin typeface="Courier New"/>
              </a:rPr>
              <a:t>            </a:t>
            </a:r>
            <a:r>
              <a:rPr b="0" lang="ru-RU" sz="900" spc="-1" strike="noStrike">
                <a:solidFill>
                  <a:srgbClr val="000000"/>
                </a:solidFill>
                <a:latin typeface="Courier New"/>
              </a:rPr>
              <a:t>if distance(self.pos, neighbor.pos) &lt; 2:  # Радиус 2 метра  </a:t>
            </a:r>
            <a:endParaRPr b="0" lang="ru-RU" sz="9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900" spc="-1" strike="noStrike">
                <a:solidFill>
                  <a:srgbClr val="000000"/>
                </a:solidFill>
                <a:latin typeface="Courier New"/>
              </a:rPr>
              <a:t>                </a:t>
            </a:r>
            <a:r>
              <a:rPr b="0" lang="ru-RU" sz="900" spc="-1" strike="noStrike">
                <a:solidFill>
                  <a:srgbClr val="000000"/>
                </a:solidFill>
                <a:latin typeface="Courier New"/>
              </a:rPr>
              <a:t>self.change_direction()  </a:t>
            </a:r>
            <a:endParaRPr b="0" lang="ru-RU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7" name=""/>
          <p:cNvSpPr/>
          <p:nvPr/>
        </p:nvSpPr>
        <p:spPr>
          <a:xfrm>
            <a:off x="540000" y="4246560"/>
            <a:ext cx="4126320" cy="551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ru-RU" sz="900" spc="-1" strike="noStrike">
                <a:solidFill>
                  <a:srgbClr val="000000"/>
                </a:solidFill>
                <a:latin typeface="Courier New"/>
              </a:rPr>
              <a:t>import networkx as nx</a:t>
            </a:r>
            <a:endParaRPr b="0" lang="ru-RU" sz="9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900" spc="-1" strike="noStrike">
                <a:solidFill>
                  <a:srgbClr val="000000"/>
                </a:solidFill>
                <a:latin typeface="Courier New"/>
              </a:rPr>
              <a:t>G = nx.Graph()</a:t>
            </a:r>
            <a:endParaRPr b="0" lang="ru-RU" sz="9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900" spc="-1" strike="noStrike">
                <a:solidFill>
                  <a:srgbClr val="000000"/>
                </a:solidFill>
                <a:latin typeface="Courier New"/>
              </a:rPr>
              <a:t>G.add_nodes_from(["A", "B", "C"])  # Точки интереса</a:t>
            </a:r>
            <a:endParaRPr b="0" lang="ru-RU" sz="9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900" spc="-1" strike="noStrike">
                <a:solidFill>
                  <a:srgbClr val="000000"/>
                </a:solidFill>
                <a:latin typeface="Courier New"/>
              </a:rPr>
              <a:t>G.add_edge("A", "B", weight=5)  # Дорога между A и B</a:t>
            </a:r>
            <a:endParaRPr b="0" lang="ru-RU" sz="9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PlaceHolder 1"/>
          <p:cNvSpPr>
            <a:spLocks noGrp="1"/>
          </p:cNvSpPr>
          <p:nvPr>
            <p:ph type="title"/>
          </p:nvPr>
        </p:nvSpPr>
        <p:spPr>
          <a:xfrm>
            <a:off x="290880" y="150120"/>
            <a:ext cx="7423560" cy="94968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1440" rIns="91440" tIns="45720" bIns="4572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ru-RU" sz="3600" spc="-1" strike="noStrike">
                <a:solidFill>
                  <a:srgbClr val="ffffff"/>
                </a:solidFill>
                <a:latin typeface="Arial"/>
              </a:rPr>
              <a:t>Примеры агентных моделей</a:t>
            </a:r>
            <a:endParaRPr b="0" lang="ru-RU" sz="3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9" name=""/>
          <p:cNvSpPr/>
          <p:nvPr/>
        </p:nvSpPr>
        <p:spPr>
          <a:xfrm>
            <a:off x="568080" y="1350000"/>
            <a:ext cx="6810840" cy="1348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ru-RU" sz="800" spc="-1" strike="noStrike">
                <a:solidFill>
                  <a:srgbClr val="000000"/>
                </a:solidFill>
                <a:latin typeface="Courier New"/>
              </a:rPr>
              <a:t>class CognitiveTrader:</a:t>
            </a:r>
            <a:endParaRPr b="0" lang="ru-RU" sz="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800" spc="-1" strike="noStrike">
                <a:solidFill>
                  <a:srgbClr val="000000"/>
                </a:solidFill>
                <a:latin typeface="Courier New"/>
              </a:rPr>
              <a:t>    </a:t>
            </a:r>
            <a:r>
              <a:rPr b="0" lang="ru-RU" sz="800" spc="-1" strike="noStrike">
                <a:solidFill>
                  <a:srgbClr val="000000"/>
                </a:solidFill>
                <a:latin typeface="Courier New"/>
              </a:rPr>
              <a:t>def __init__(self):</a:t>
            </a:r>
            <a:endParaRPr b="0" lang="ru-RU" sz="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800" spc="-1" strike="noStrike">
                <a:solidFill>
                  <a:srgbClr val="000000"/>
                </a:solidFill>
                <a:latin typeface="Courier New"/>
              </a:rPr>
              <a:t>        </a:t>
            </a:r>
            <a:r>
              <a:rPr b="0" lang="ru-RU" sz="800" spc="-1" strike="noStrike">
                <a:solidFill>
                  <a:srgbClr val="000000"/>
                </a:solidFill>
                <a:latin typeface="Courier New"/>
              </a:rPr>
              <a:t>self.memory = []  # История цен</a:t>
            </a:r>
            <a:endParaRPr b="0" lang="ru-RU" sz="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800" spc="-1" strike="noStrike">
                <a:solidFill>
                  <a:srgbClr val="000000"/>
                </a:solidFill>
                <a:latin typeface="Courier New"/>
              </a:rPr>
              <a:t>        </a:t>
            </a:r>
            <a:r>
              <a:rPr b="0" lang="ru-RU" sz="800" spc="-1" strike="noStrike">
                <a:solidFill>
                  <a:srgbClr val="000000"/>
                </a:solidFill>
                <a:latin typeface="Courier New"/>
              </a:rPr>
              <a:t>self.model = load_ai_model()  # Предобученная модель прогноза</a:t>
            </a:r>
            <a:endParaRPr b="0" lang="ru-RU" sz="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800" spc="-1" strike="noStrike">
                <a:solidFill>
                  <a:srgbClr val="000000"/>
                </a:solidFill>
                <a:latin typeface="Courier New"/>
              </a:rPr>
              <a:t>    </a:t>
            </a:r>
            <a:r>
              <a:rPr b="0" lang="ru-RU" sz="800" spc="-1" strike="noStrike">
                <a:solidFill>
                  <a:srgbClr val="000000"/>
                </a:solidFill>
                <a:latin typeface="Courier New"/>
              </a:rPr>
              <a:t>def decide(self, current_price):</a:t>
            </a:r>
            <a:endParaRPr b="0" lang="ru-RU" sz="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800" spc="-1" strike="noStrike">
                <a:solidFill>
                  <a:srgbClr val="000000"/>
                </a:solidFill>
                <a:latin typeface="Courier New"/>
              </a:rPr>
              <a:t>        </a:t>
            </a:r>
            <a:r>
              <a:rPr b="0" lang="ru-RU" sz="800" spc="-1" strike="noStrike">
                <a:solidFill>
                  <a:srgbClr val="000000"/>
                </a:solidFill>
                <a:latin typeface="Courier New"/>
              </a:rPr>
              <a:t>self.memory.append(current_price)</a:t>
            </a:r>
            <a:endParaRPr b="0" lang="ru-RU" sz="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800" spc="-1" strike="noStrike">
                <a:solidFill>
                  <a:srgbClr val="000000"/>
                </a:solidFill>
                <a:latin typeface="Courier New"/>
              </a:rPr>
              <a:t>        </a:t>
            </a:r>
            <a:r>
              <a:rPr b="0" lang="ru-RU" sz="800" spc="-1" strike="noStrike">
                <a:solidFill>
                  <a:srgbClr val="000000"/>
                </a:solidFill>
                <a:latin typeface="Courier New"/>
              </a:rPr>
              <a:t>prediction = self.model.predict(self.memory[-10:])  # Анализ последних 10 цен</a:t>
            </a:r>
            <a:endParaRPr b="0" lang="ru-RU" sz="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800" spc="-1" strike="noStrike">
                <a:solidFill>
                  <a:srgbClr val="000000"/>
                </a:solidFill>
                <a:latin typeface="Courier New"/>
              </a:rPr>
              <a:t>        </a:t>
            </a:r>
            <a:r>
              <a:rPr b="0" lang="ru-RU" sz="800" spc="-1" strike="noStrike">
                <a:solidFill>
                  <a:srgbClr val="000000"/>
                </a:solidFill>
                <a:latin typeface="Courier New"/>
              </a:rPr>
              <a:t>return "buy" if prediction &gt; current_price else "sell"</a:t>
            </a:r>
            <a:endParaRPr b="0" lang="ru-RU" sz="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0" name=""/>
          <p:cNvSpPr/>
          <p:nvPr/>
        </p:nvSpPr>
        <p:spPr>
          <a:xfrm>
            <a:off x="540000" y="2449800"/>
            <a:ext cx="5110920" cy="1148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ru-RU" sz="800" spc="-1" strike="noStrike">
                <a:solidFill>
                  <a:srgbClr val="000000"/>
                </a:solidFill>
                <a:latin typeface="Courier New"/>
              </a:rPr>
              <a:t>class CognitiveGuard:</a:t>
            </a:r>
            <a:endParaRPr b="0" lang="ru-RU" sz="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800" spc="-1" strike="noStrike">
                <a:solidFill>
                  <a:srgbClr val="000000"/>
                </a:solidFill>
                <a:latin typeface="Courier New"/>
              </a:rPr>
              <a:t>    </a:t>
            </a:r>
            <a:r>
              <a:rPr b="0" lang="ru-RU" sz="800" spc="-1" strike="noStrike">
                <a:solidFill>
                  <a:srgbClr val="000000"/>
                </a:solidFill>
                <a:latin typeface="Courier New"/>
              </a:rPr>
              <a:t>def __init__(self):</a:t>
            </a:r>
            <a:endParaRPr b="0" lang="ru-RU" sz="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800" spc="-1" strike="noStrike">
                <a:solidFill>
                  <a:srgbClr val="000000"/>
                </a:solidFill>
                <a:latin typeface="Courier New"/>
              </a:rPr>
              <a:t>        </a:t>
            </a:r>
            <a:r>
              <a:rPr b="0" lang="ru-RU" sz="800" spc="-1" strike="noStrike">
                <a:solidFill>
                  <a:srgbClr val="000000"/>
                </a:solidFill>
                <a:latin typeface="Courier New"/>
              </a:rPr>
              <a:t>self.suspicious_acts = []</a:t>
            </a:r>
            <a:endParaRPr b="0" lang="ru-RU" sz="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800" spc="-1" strike="noStrike">
                <a:solidFill>
                  <a:srgbClr val="000000"/>
                </a:solidFill>
                <a:latin typeface="Courier New"/>
              </a:rPr>
              <a:t>    </a:t>
            </a:r>
            <a:r>
              <a:rPr b="0" lang="ru-RU" sz="800" spc="-1" strike="noStrike">
                <a:solidFill>
                  <a:srgbClr val="000000"/>
                </a:solidFill>
                <a:latin typeface="Courier New"/>
              </a:rPr>
              <a:t>def detect_threat(self, customers):</a:t>
            </a:r>
            <a:endParaRPr b="0" lang="ru-RU" sz="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800" spc="-1" strike="noStrike">
                <a:solidFill>
                  <a:srgbClr val="000000"/>
                </a:solidFill>
                <a:latin typeface="Courier New"/>
              </a:rPr>
              <a:t>        </a:t>
            </a:r>
            <a:r>
              <a:rPr b="0" lang="ru-RU" sz="800" spc="-1" strike="noStrike">
                <a:solidFill>
                  <a:srgbClr val="000000"/>
                </a:solidFill>
                <a:latin typeface="Courier New"/>
              </a:rPr>
              <a:t>for customer in customers:</a:t>
            </a:r>
            <a:endParaRPr b="0" lang="ru-RU" sz="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800" spc="-1" strike="noStrike">
                <a:solidFill>
                  <a:srgbClr val="000000"/>
                </a:solidFill>
                <a:latin typeface="Courier New"/>
              </a:rPr>
              <a:t>            </a:t>
            </a:r>
            <a:r>
              <a:rPr b="0" lang="ru-RU" sz="800" spc="-1" strike="noStrike">
                <a:solidFill>
                  <a:srgbClr val="000000"/>
                </a:solidFill>
                <a:latin typeface="Courier New"/>
              </a:rPr>
              <a:t>if customer.speed &gt; 2.0:  # Аномально быстро движется</a:t>
            </a:r>
            <a:endParaRPr b="0" lang="ru-RU" sz="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800" spc="-1" strike="noStrike">
                <a:solidFill>
                  <a:srgbClr val="000000"/>
                </a:solidFill>
                <a:latin typeface="Courier New"/>
              </a:rPr>
              <a:t>                </a:t>
            </a:r>
            <a:r>
              <a:rPr b="0" lang="ru-RU" sz="800" spc="-1" strike="noStrike">
                <a:solidFill>
                  <a:srgbClr val="000000"/>
                </a:solidFill>
                <a:latin typeface="Courier New"/>
              </a:rPr>
              <a:t>self.suspicious_acts.append(customer)</a:t>
            </a:r>
            <a:endParaRPr b="0" lang="ru-RU" sz="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800" spc="-1" strike="noStrike">
                <a:solidFill>
                  <a:srgbClr val="000000"/>
                </a:solidFill>
                <a:latin typeface="Courier New"/>
              </a:rPr>
              <a:t>                </a:t>
            </a:r>
            <a:r>
              <a:rPr b="0" lang="ru-RU" sz="800" spc="-1" strike="noStrike">
                <a:solidFill>
                  <a:srgbClr val="000000"/>
                </a:solidFill>
                <a:latin typeface="Courier New"/>
              </a:rPr>
              <a:t>return "call_police"</a:t>
            </a:r>
            <a:endParaRPr b="0" lang="ru-RU" sz="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800" spc="-1" strike="noStrike">
                <a:solidFill>
                  <a:srgbClr val="000000"/>
                </a:solidFill>
                <a:latin typeface="Courier New"/>
              </a:rPr>
              <a:t>        </a:t>
            </a:r>
            <a:r>
              <a:rPr b="0" lang="ru-RU" sz="800" spc="-1" strike="noStrike">
                <a:solidFill>
                  <a:srgbClr val="000000"/>
                </a:solidFill>
                <a:latin typeface="Courier New"/>
              </a:rPr>
              <a:t>return "patrol"</a:t>
            </a:r>
            <a:endParaRPr b="0" lang="ru-RU" sz="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1" name=""/>
          <p:cNvSpPr/>
          <p:nvPr/>
        </p:nvSpPr>
        <p:spPr>
          <a:xfrm>
            <a:off x="540000" y="3749760"/>
            <a:ext cx="4428000" cy="1387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ru-RU" sz="800" spc="-1" strike="noStrike">
                <a:solidFill>
                  <a:srgbClr val="000000"/>
                </a:solidFill>
                <a:latin typeface="Courier New"/>
              </a:rPr>
              <a:t>class ReactiveAnt:</a:t>
            </a:r>
            <a:endParaRPr b="0" lang="ru-RU" sz="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800" spc="-1" strike="noStrike">
                <a:solidFill>
                  <a:srgbClr val="000000"/>
                </a:solidFill>
                <a:latin typeface="Courier New"/>
              </a:rPr>
              <a:t>    </a:t>
            </a:r>
            <a:r>
              <a:rPr b="0" lang="ru-RU" sz="800" spc="-1" strike="noStrike">
                <a:solidFill>
                  <a:srgbClr val="000000"/>
                </a:solidFill>
                <a:latin typeface="Courier New"/>
              </a:rPr>
              <a:t>def __init__(self):</a:t>
            </a:r>
            <a:endParaRPr b="0" lang="ru-RU" sz="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800" spc="-1" strike="noStrike">
                <a:solidFill>
                  <a:srgbClr val="000000"/>
                </a:solidFill>
                <a:latin typeface="Courier New"/>
              </a:rPr>
              <a:t>        </a:t>
            </a:r>
            <a:r>
              <a:rPr b="0" lang="ru-RU" sz="800" spc="-1" strike="noStrike">
                <a:solidFill>
                  <a:srgbClr val="000000"/>
                </a:solidFill>
                <a:latin typeface="Courier New"/>
              </a:rPr>
              <a:t>self.has_food = False</a:t>
            </a:r>
            <a:endParaRPr b="0" lang="ru-RU" sz="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800" spc="-1" strike="noStrike">
                <a:solidFill>
                  <a:srgbClr val="000000"/>
                </a:solidFill>
                <a:latin typeface="Courier New"/>
              </a:rPr>
              <a:t>    </a:t>
            </a:r>
            <a:r>
              <a:rPr b="0" lang="ru-RU" sz="800" spc="-1" strike="noStrike">
                <a:solidFill>
                  <a:srgbClr val="000000"/>
                </a:solidFill>
                <a:latin typeface="Courier New"/>
              </a:rPr>
              <a:t>def move(self, environment):</a:t>
            </a:r>
            <a:endParaRPr b="0" lang="ru-RU" sz="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800" spc="-1" strike="noStrike">
                <a:solidFill>
                  <a:srgbClr val="000000"/>
                </a:solidFill>
                <a:latin typeface="Courier New"/>
              </a:rPr>
              <a:t>        </a:t>
            </a:r>
            <a:r>
              <a:rPr b="0" lang="ru-RU" sz="800" spc="-1" strike="noStrike">
                <a:solidFill>
                  <a:srgbClr val="000000"/>
                </a:solidFill>
                <a:latin typeface="Courier New"/>
              </a:rPr>
              <a:t>if self.has_food:</a:t>
            </a:r>
            <a:endParaRPr b="0" lang="ru-RU" sz="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800" spc="-1" strike="noStrike">
                <a:solidFill>
                  <a:srgbClr val="000000"/>
                </a:solidFill>
                <a:latin typeface="Courier New"/>
              </a:rPr>
              <a:t>            </a:t>
            </a:r>
            <a:r>
              <a:rPr b="0" lang="ru-RU" sz="800" spc="-1" strike="noStrike">
                <a:solidFill>
                  <a:srgbClr val="000000"/>
                </a:solidFill>
                <a:latin typeface="Courier New"/>
              </a:rPr>
              <a:t>return "go_to_nest"  # Возвращается в гнездо</a:t>
            </a:r>
            <a:endParaRPr b="0" lang="ru-RU" sz="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800" spc="-1" strike="noStrike">
                <a:solidFill>
                  <a:srgbClr val="000000"/>
                </a:solidFill>
                <a:latin typeface="Courier New"/>
              </a:rPr>
              <a:t>        </a:t>
            </a:r>
            <a:r>
              <a:rPr b="0" lang="ru-RU" sz="800" spc="-1" strike="noStrike">
                <a:solidFill>
                  <a:srgbClr val="000000"/>
                </a:solidFill>
                <a:latin typeface="Courier New"/>
              </a:rPr>
              <a:t>elif environment.food_present():</a:t>
            </a:r>
            <a:endParaRPr b="0" lang="ru-RU" sz="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800" spc="-1" strike="noStrike">
                <a:solidFill>
                  <a:srgbClr val="000000"/>
                </a:solidFill>
                <a:latin typeface="Courier New"/>
              </a:rPr>
              <a:t>            </a:t>
            </a:r>
            <a:r>
              <a:rPr b="0" lang="ru-RU" sz="800" spc="-1" strike="noStrike">
                <a:solidFill>
                  <a:srgbClr val="000000"/>
                </a:solidFill>
                <a:latin typeface="Courier New"/>
              </a:rPr>
              <a:t>self.has_food = True</a:t>
            </a:r>
            <a:endParaRPr b="0" lang="ru-RU" sz="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800" spc="-1" strike="noStrike">
                <a:solidFill>
                  <a:srgbClr val="000000"/>
                </a:solidFill>
                <a:latin typeface="Courier New"/>
              </a:rPr>
              <a:t>            </a:t>
            </a:r>
            <a:r>
              <a:rPr b="0" lang="ru-RU" sz="800" spc="-1" strike="noStrike">
                <a:solidFill>
                  <a:srgbClr val="000000"/>
                </a:solidFill>
                <a:latin typeface="Courier New"/>
              </a:rPr>
              <a:t>return "collect_food"  # Собирает еду</a:t>
            </a:r>
            <a:endParaRPr b="0" lang="ru-RU" sz="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800" spc="-1" strike="noStrike">
                <a:solidFill>
                  <a:srgbClr val="000000"/>
                </a:solidFill>
                <a:latin typeface="Courier New"/>
              </a:rPr>
              <a:t>        </a:t>
            </a:r>
            <a:r>
              <a:rPr b="0" lang="ru-RU" sz="800" spc="-1" strike="noStrike">
                <a:solidFill>
                  <a:srgbClr val="000000"/>
                </a:solidFill>
                <a:latin typeface="Courier New"/>
              </a:rPr>
              <a:t>else:</a:t>
            </a:r>
            <a:endParaRPr b="0" lang="ru-RU" sz="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800" spc="-1" strike="noStrike">
                <a:solidFill>
                  <a:srgbClr val="000000"/>
                </a:solidFill>
                <a:latin typeface="Courier New"/>
              </a:rPr>
              <a:t>            </a:t>
            </a:r>
            <a:r>
              <a:rPr b="0" lang="ru-RU" sz="800" spc="-1" strike="noStrike">
                <a:solidFill>
                  <a:srgbClr val="000000"/>
                </a:solidFill>
                <a:latin typeface="Courier New"/>
              </a:rPr>
              <a:t>return "random_walk"  # Случайное блуждание</a:t>
            </a:r>
            <a:endParaRPr b="0" lang="ru-RU" sz="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PlaceHolder 1"/>
          <p:cNvSpPr>
            <a:spLocks noGrp="1"/>
          </p:cNvSpPr>
          <p:nvPr>
            <p:ph type="title"/>
          </p:nvPr>
        </p:nvSpPr>
        <p:spPr>
          <a:xfrm>
            <a:off x="315720" y="129600"/>
            <a:ext cx="7423560" cy="94968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1440" rIns="91440" tIns="45720" bIns="4572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ru-RU" sz="3600" spc="-1" strike="noStrike">
                <a:solidFill>
                  <a:schemeClr val="dk2"/>
                </a:solidFill>
                <a:latin typeface="Arial"/>
              </a:rPr>
              <a:t>Кейсы ТМО</a:t>
            </a:r>
            <a:endParaRPr b="0" lang="ru-RU" sz="3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3" name="PlaceHolder 2"/>
          <p:cNvSpPr>
            <a:spLocks noGrp="1"/>
          </p:cNvSpPr>
          <p:nvPr>
            <p:ph/>
          </p:nvPr>
        </p:nvSpPr>
        <p:spPr>
          <a:xfrm>
            <a:off x="540000" y="1017360"/>
            <a:ext cx="8226360" cy="459792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1440" rIns="91440" tIns="45720" bIns="45720" anchor="t">
            <a:noAutofit/>
          </a:bodyPr>
          <a:p>
            <a:pPr marL="108000" indent="-1440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None/>
              <a:tabLst>
                <a:tab algn="l" pos="0"/>
              </a:tabLst>
            </a:pPr>
            <a:endParaRPr b="0" lang="ru-RU" sz="1100" spc="-1" strike="noStrike">
              <a:solidFill>
                <a:srgbClr val="000000"/>
              </a:solidFill>
              <a:latin typeface="Arial"/>
            </a:endParaRPr>
          </a:p>
          <a:p>
            <a:pPr marL="108000" indent="-144000">
              <a:lnSpc>
                <a:spcPct val="100000"/>
              </a:lnSpc>
              <a:spcBef>
                <a:spcPts val="624"/>
              </a:spcBef>
              <a:spcAft>
                <a:spcPts val="425"/>
              </a:spcAft>
              <a:buClr>
                <a:srgbClr val="000000"/>
              </a:buClr>
              <a:buFont typeface="OpenSymbol"/>
              <a:buAutoNum type="arabicPeriod"/>
              <a:tabLst>
                <a:tab algn="l" pos="0"/>
              </a:tabLst>
            </a:pPr>
            <a:r>
              <a:rPr b="1" lang="ru-RU" sz="1800" spc="-1" strike="noStrike">
                <a:solidFill>
                  <a:srgbClr val="000000"/>
                </a:solidFill>
                <a:latin typeface="Arial"/>
                <a:ea typeface="Noto Sans CJK SC"/>
              </a:rPr>
              <a:t> </a:t>
            </a:r>
            <a:r>
              <a:rPr b="1" lang="ru-RU" sz="2000" spc="-1" strike="noStrike">
                <a:solidFill>
                  <a:srgbClr val="000000"/>
                </a:solidFill>
                <a:latin typeface="Arial"/>
                <a:ea typeface="Noto Sans CJK SC"/>
              </a:rPr>
              <a:t>Оптимизация логистики Amazon.</a:t>
            </a:r>
            <a:endParaRPr b="0" lang="ru-RU" sz="2000" spc="-1" strike="noStrike">
              <a:solidFill>
                <a:srgbClr val="000000"/>
              </a:solidFill>
              <a:latin typeface="Arial"/>
            </a:endParaRPr>
          </a:p>
          <a:p>
            <a:pPr marL="108000" indent="-144000">
              <a:lnSpc>
                <a:spcPct val="100000"/>
              </a:lnSpc>
              <a:spcBef>
                <a:spcPts val="283"/>
              </a:spcBef>
              <a:spcAft>
                <a:spcPts val="283"/>
              </a:spcAft>
              <a:buNone/>
              <a:tabLst>
                <a:tab algn="l" pos="0"/>
              </a:tabLst>
            </a:pPr>
            <a:r>
              <a:rPr b="1" lang="ru-RU" sz="1800" spc="-1" strike="noStrike">
                <a:solidFill>
                  <a:srgbClr val="000000"/>
                </a:solidFill>
                <a:latin typeface="Arial"/>
                <a:ea typeface="Noto Sans CJK SC"/>
              </a:rPr>
              <a:t>Проблема:</a:t>
            </a:r>
            <a:r>
              <a:rPr b="0" lang="ru-RU" sz="1800" spc="-1" strike="noStrike">
                <a:solidFill>
                  <a:srgbClr val="000000"/>
                </a:solidFill>
                <a:latin typeface="Arial"/>
                <a:ea typeface="Noto Sans CJK SC"/>
              </a:rPr>
              <a:t> неэффективное использование складских ресурсов, задержки доставки при росте спроса в период Black Friday.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 marL="108000" indent="-144000">
              <a:lnSpc>
                <a:spcPct val="100000"/>
              </a:lnSpc>
              <a:spcBef>
                <a:spcPts val="283"/>
              </a:spcBef>
              <a:spcAft>
                <a:spcPts val="283"/>
              </a:spcAft>
              <a:buNone/>
              <a:tabLst>
                <a:tab algn="l" pos="0"/>
              </a:tabLst>
            </a:pPr>
            <a:r>
              <a:rPr b="1" lang="ru-RU" sz="1800" spc="-1" strike="noStrike">
                <a:solidFill>
                  <a:srgbClr val="000000"/>
                </a:solidFill>
                <a:latin typeface="Arial"/>
                <a:ea typeface="Noto Sans CJK SC"/>
              </a:rPr>
              <a:t>Модель:</a:t>
            </a:r>
            <a:r>
              <a:rPr b="0" lang="ru-RU" sz="1800" spc="-1" strike="noStrike">
                <a:solidFill>
                  <a:srgbClr val="000000"/>
                </a:solidFill>
                <a:latin typeface="Arial"/>
                <a:ea typeface="Noto Sans CJK SC"/>
              </a:rPr>
              <a:t> Гибридная (агентная + дискретно-событийная).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 marL="108000" indent="-144000">
              <a:lnSpc>
                <a:spcPct val="100000"/>
              </a:lnSpc>
              <a:spcBef>
                <a:spcPts val="283"/>
              </a:spcBef>
              <a:spcAft>
                <a:spcPts val="283"/>
              </a:spcAft>
              <a:buClr>
                <a:srgbClr val="000000"/>
              </a:buClr>
              <a:buFont typeface="Symbol" charset="2"/>
              <a:buChar char=""/>
              <a:tabLst>
                <a:tab algn="l" pos="0"/>
              </a:tabLst>
            </a:pPr>
            <a:r>
              <a:rPr b="0" lang="ru-RU" sz="1600" spc="-1" strike="noStrike">
                <a:solidFill>
                  <a:srgbClr val="000000"/>
                </a:solidFill>
                <a:latin typeface="Arial"/>
                <a:ea typeface="Noto Sans CJK SC"/>
              </a:rPr>
              <a:t> </a:t>
            </a:r>
            <a:r>
              <a:rPr b="0" lang="ru-RU" sz="1600" spc="-1" strike="noStrike">
                <a:solidFill>
                  <a:srgbClr val="000000"/>
                </a:solidFill>
                <a:latin typeface="Arial"/>
                <a:ea typeface="Noto Sans CJK SC"/>
              </a:rPr>
              <a:t>Агенты: роботы-погрузчики (Kiva Robots) с правилами поиска маршрута</a:t>
            </a:r>
            <a:endParaRPr b="0" lang="ru-RU" sz="1600" spc="-1" strike="noStrike">
              <a:solidFill>
                <a:srgbClr val="000000"/>
              </a:solidFill>
              <a:latin typeface="Arial"/>
            </a:endParaRPr>
          </a:p>
          <a:p>
            <a:pPr marL="108000" indent="-144000">
              <a:lnSpc>
                <a:spcPct val="100000"/>
              </a:lnSpc>
              <a:spcBef>
                <a:spcPts val="283"/>
              </a:spcBef>
              <a:spcAft>
                <a:spcPts val="283"/>
              </a:spcAft>
              <a:buClr>
                <a:srgbClr val="000000"/>
              </a:buClr>
              <a:buFont typeface="Symbol" charset="2"/>
              <a:buChar char=""/>
              <a:tabLst>
                <a:tab algn="l" pos="0"/>
              </a:tabLst>
            </a:pPr>
            <a:r>
              <a:rPr b="0" lang="ru-RU" sz="1600" spc="-1" strike="noStrike">
                <a:solidFill>
                  <a:srgbClr val="000000"/>
                </a:solidFill>
                <a:latin typeface="Arial"/>
                <a:ea typeface="Noto Sans CJK SC"/>
              </a:rPr>
              <a:t> </a:t>
            </a:r>
            <a:r>
              <a:rPr b="0" lang="ru-RU" sz="1600" spc="-1" strike="noStrike">
                <a:solidFill>
                  <a:srgbClr val="000000"/>
                </a:solidFill>
                <a:latin typeface="Arial"/>
                <a:ea typeface="Noto Sans CJK SC"/>
              </a:rPr>
              <a:t>Заказы с приоритетами (срочные/обычные).</a:t>
            </a:r>
            <a:endParaRPr b="0" lang="ru-RU" sz="1600" spc="-1" strike="noStrike">
              <a:solidFill>
                <a:srgbClr val="000000"/>
              </a:solidFill>
              <a:latin typeface="Arial"/>
            </a:endParaRPr>
          </a:p>
          <a:p>
            <a:pPr marL="108000" indent="-144000">
              <a:lnSpc>
                <a:spcPct val="100000"/>
              </a:lnSpc>
              <a:spcBef>
                <a:spcPts val="283"/>
              </a:spcBef>
              <a:spcAft>
                <a:spcPts val="283"/>
              </a:spcAft>
              <a:buNone/>
              <a:tabLst>
                <a:tab algn="l" pos="0"/>
              </a:tabLst>
            </a:pPr>
            <a:r>
              <a:rPr b="1" lang="ru-RU" sz="1800" spc="-1" strike="noStrike">
                <a:solidFill>
                  <a:srgbClr val="000000"/>
                </a:solidFill>
                <a:latin typeface="Arial"/>
                <a:ea typeface="Noto Sans CJK SC"/>
              </a:rPr>
              <a:t>Среда:</a:t>
            </a:r>
            <a:r>
              <a:rPr b="0" lang="ru-RU" sz="1800" spc="-1" strike="noStrike">
                <a:solidFill>
                  <a:srgbClr val="000000"/>
                </a:solidFill>
                <a:latin typeface="Arial"/>
                <a:ea typeface="Noto Sans CJK SC"/>
              </a:rPr>
              <a:t> 3D-карта склада с динамическими препятствиями.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 marL="108000" indent="-144000">
              <a:lnSpc>
                <a:spcPct val="100000"/>
              </a:lnSpc>
              <a:spcBef>
                <a:spcPts val="283"/>
              </a:spcBef>
              <a:spcAft>
                <a:spcPts val="283"/>
              </a:spcAft>
              <a:buNone/>
              <a:tabLst>
                <a:tab algn="l" pos="0"/>
              </a:tabLst>
            </a:pPr>
            <a:r>
              <a:rPr b="1" lang="ru-RU" sz="1800" spc="-1" strike="noStrike">
                <a:solidFill>
                  <a:srgbClr val="000000"/>
                </a:solidFill>
                <a:latin typeface="Arial"/>
                <a:ea typeface="Noto Sans CJK SC"/>
              </a:rPr>
              <a:t>Результаты: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 marL="108000" indent="-144000">
              <a:lnSpc>
                <a:spcPct val="100000"/>
              </a:lnSpc>
              <a:spcBef>
                <a:spcPts val="283"/>
              </a:spcBef>
              <a:spcAft>
                <a:spcPts val="283"/>
              </a:spcAft>
              <a:buClr>
                <a:srgbClr val="000000"/>
              </a:buClr>
              <a:buSzPct val="45000"/>
              <a:buFont typeface="Wingdings" charset="2"/>
              <a:buChar char=""/>
              <a:tabLst>
                <a:tab algn="l" pos="0"/>
              </a:tabLst>
            </a:pPr>
            <a:r>
              <a:rPr b="0" lang="ru-RU" sz="1600" spc="-1" strike="noStrike">
                <a:solidFill>
                  <a:srgbClr val="000000"/>
                </a:solidFill>
                <a:latin typeface="Arial"/>
                <a:ea typeface="Noto Sans CJK SC"/>
              </a:rPr>
              <a:t>Сокращение времени обработки заказа с 60 до 15 минут.</a:t>
            </a:r>
            <a:endParaRPr b="0" lang="ru-RU" sz="1600" spc="-1" strike="noStrike">
              <a:solidFill>
                <a:srgbClr val="000000"/>
              </a:solidFill>
              <a:latin typeface="Arial"/>
            </a:endParaRPr>
          </a:p>
          <a:p>
            <a:pPr marL="108000" indent="-144000">
              <a:lnSpc>
                <a:spcPct val="100000"/>
              </a:lnSpc>
              <a:spcBef>
                <a:spcPts val="283"/>
              </a:spcBef>
              <a:spcAft>
                <a:spcPts val="283"/>
              </a:spcAft>
              <a:buClr>
                <a:srgbClr val="000000"/>
              </a:buClr>
              <a:buSzPct val="45000"/>
              <a:buFont typeface="Wingdings" charset="2"/>
              <a:buChar char=""/>
              <a:tabLst>
                <a:tab algn="l" pos="0"/>
              </a:tabLst>
            </a:pPr>
            <a:r>
              <a:rPr b="0" lang="ru-RU" sz="1600" spc="-1" strike="noStrike">
                <a:solidFill>
                  <a:srgbClr val="000000"/>
                </a:solidFill>
                <a:latin typeface="Arial"/>
                <a:ea typeface="Noto Sans CJK SC"/>
              </a:rPr>
              <a:t>Увеличение пропускной способности складов на 40%.</a:t>
            </a:r>
            <a:endParaRPr b="0" lang="ru-RU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4" name=""/>
          <p:cNvSpPr/>
          <p:nvPr/>
        </p:nvSpPr>
        <p:spPr>
          <a:xfrm>
            <a:off x="683640" y="4987440"/>
            <a:ext cx="6155640" cy="231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ru-RU" sz="1000" spc="-1" strike="noStrike">
                <a:solidFill>
                  <a:srgbClr val="000000"/>
                </a:solidFill>
                <a:latin typeface="Arial"/>
              </a:rPr>
              <a:t>Delfanti, A. (2021). The warehouse. Workers and robots at Amazon. Pluto Books. doi:10.2307/j.ctv2114fnm</a:t>
            </a:r>
            <a:endParaRPr b="0" lang="ru-RU" sz="1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PlaceHolder 1"/>
          <p:cNvSpPr>
            <a:spLocks noGrp="1"/>
          </p:cNvSpPr>
          <p:nvPr>
            <p:ph type="title"/>
          </p:nvPr>
        </p:nvSpPr>
        <p:spPr>
          <a:xfrm>
            <a:off x="315720" y="129600"/>
            <a:ext cx="7423560" cy="94968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1440" rIns="91440" tIns="45720" bIns="4572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ru-RU" sz="3600" spc="-1" strike="noStrike">
                <a:solidFill>
                  <a:schemeClr val="dk2"/>
                </a:solidFill>
                <a:latin typeface="Arial"/>
              </a:rPr>
              <a:t>Оптимизация маршрутов</a:t>
            </a:r>
            <a:endParaRPr b="0" lang="ru-RU" sz="3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6" name="PlaceHolder 2"/>
          <p:cNvSpPr>
            <a:spLocks noGrp="1"/>
          </p:cNvSpPr>
          <p:nvPr>
            <p:ph/>
          </p:nvPr>
        </p:nvSpPr>
        <p:spPr>
          <a:xfrm>
            <a:off x="540000" y="1233360"/>
            <a:ext cx="8226360" cy="459792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1440" rIns="91440" tIns="45720" bIns="45720" anchor="t">
            <a:noAutofit/>
          </a:bodyPr>
          <a:p>
            <a:pPr marL="108000" indent="-144000">
              <a:lnSpc>
                <a:spcPct val="100000"/>
              </a:lnSpc>
              <a:spcBef>
                <a:spcPts val="340"/>
              </a:spcBef>
              <a:spcAft>
                <a:spcPts val="142"/>
              </a:spcAft>
              <a:buNone/>
              <a:tabLst>
                <a:tab algn="l" pos="0"/>
              </a:tabLst>
            </a:pPr>
            <a:r>
              <a:rPr b="1" lang="ru-RU" sz="1800" spc="-1" strike="noStrike">
                <a:solidFill>
                  <a:srgbClr val="000000"/>
                </a:solidFill>
                <a:latin typeface="Arial"/>
                <a:ea typeface="Noto Sans CJK SC"/>
              </a:rPr>
              <a:t>Задача: </a:t>
            </a:r>
            <a:r>
              <a:rPr b="0" lang="ru-RU" sz="1800" spc="-1" strike="noStrike">
                <a:solidFill>
                  <a:srgbClr val="000000"/>
                </a:solidFill>
                <a:latin typeface="Arial"/>
                <a:ea typeface="Noto Sans CJK SC"/>
              </a:rPr>
              <a:t>оптимизация маршрута по графу сети.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 marL="108000" indent="-144000">
              <a:lnSpc>
                <a:spcPct val="100000"/>
              </a:lnSpc>
              <a:spcBef>
                <a:spcPts val="340"/>
              </a:spcBef>
              <a:spcAft>
                <a:spcPts val="142"/>
              </a:spcAft>
              <a:buNone/>
              <a:tabLst>
                <a:tab algn="l" pos="0"/>
              </a:tabLst>
            </a:pPr>
            <a:r>
              <a:rPr b="0" lang="ru-RU" sz="1800" spc="-1" strike="noStrike">
                <a:solidFill>
                  <a:srgbClr val="000000"/>
                </a:solidFill>
                <a:latin typeface="Arial"/>
                <a:ea typeface="Noto Sans CJK SC"/>
              </a:rPr>
              <a:t>Алгоритм Дейкстра: поиск </a:t>
            </a:r>
            <a:r>
              <a:rPr b="1" lang="ru-RU" sz="1800" spc="-1" strike="noStrike">
                <a:solidFill>
                  <a:srgbClr val="000000"/>
                </a:solidFill>
                <a:latin typeface="Arial"/>
                <a:ea typeface="Noto Sans CJK SC"/>
              </a:rPr>
              <a:t>кратчайшего</a:t>
            </a:r>
            <a:r>
              <a:rPr b="0" lang="ru-RU" sz="1800" spc="-1" strike="noStrike">
                <a:solidFill>
                  <a:srgbClr val="000000"/>
                </a:solidFill>
                <a:latin typeface="Arial"/>
                <a:ea typeface="Noto Sans CJK SC"/>
              </a:rPr>
              <a:t> пути от начальной точки до </a:t>
            </a:r>
            <a:r>
              <a:rPr b="1" lang="ru-RU" sz="1800" spc="-1" strike="noStrike">
                <a:solidFill>
                  <a:srgbClr val="000000"/>
                </a:solidFill>
                <a:latin typeface="Arial"/>
                <a:ea typeface="Noto Sans CJK SC"/>
              </a:rPr>
              <a:t>всех остальных</a:t>
            </a:r>
            <a:r>
              <a:rPr b="0" lang="ru-RU" sz="1800" spc="-1" strike="noStrike">
                <a:solidFill>
                  <a:srgbClr val="000000"/>
                </a:solidFill>
                <a:latin typeface="Arial"/>
                <a:ea typeface="Noto Sans CJK SC"/>
              </a:rPr>
              <a:t> в графе с неотрицательными весами ребер.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 marL="108000" indent="-144000">
              <a:lnSpc>
                <a:spcPct val="100000"/>
              </a:lnSpc>
              <a:spcBef>
                <a:spcPts val="283"/>
              </a:spcBef>
              <a:spcAft>
                <a:spcPts val="283"/>
              </a:spcAft>
              <a:buNone/>
              <a:tabLst>
                <a:tab algn="l" pos="0"/>
              </a:tabLst>
            </a:pPr>
            <a:r>
              <a:rPr b="0" lang="ru-RU" sz="1800" spc="-1" strike="noStrike">
                <a:solidFill>
                  <a:srgbClr val="000000"/>
                </a:solidFill>
                <a:latin typeface="Arial"/>
                <a:ea typeface="Noto Sans CJK SC"/>
              </a:rPr>
              <a:t>Инициализация: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 marL="108000" indent="-144000">
              <a:lnSpc>
                <a:spcPct val="100000"/>
              </a:lnSpc>
              <a:spcBef>
                <a:spcPts val="283"/>
              </a:spcBef>
              <a:spcAft>
                <a:spcPts val="283"/>
              </a:spcAft>
              <a:buClr>
                <a:srgbClr val="000000"/>
              </a:buClr>
              <a:buSzPct val="45000"/>
              <a:buFont typeface="Wingdings" charset="2"/>
              <a:buChar char=""/>
              <a:tabLst>
                <a:tab algn="l" pos="0"/>
              </a:tabLst>
            </a:pPr>
            <a:r>
              <a:rPr b="0" lang="ru-RU" sz="1600" spc="-1" strike="noStrike">
                <a:solidFill>
                  <a:srgbClr val="000000"/>
                </a:solidFill>
                <a:latin typeface="Arial"/>
                <a:ea typeface="Noto Sans CJK SC"/>
              </a:rPr>
              <a:t>Устанавливаем расстояние до стартовой вершины = 0, до остальных — ∞.</a:t>
            </a:r>
            <a:endParaRPr b="0" lang="ru-RU" sz="1600" spc="-1" strike="noStrike">
              <a:solidFill>
                <a:srgbClr val="000000"/>
              </a:solidFill>
              <a:latin typeface="Arial"/>
            </a:endParaRPr>
          </a:p>
          <a:p>
            <a:pPr marL="108000" indent="-144000">
              <a:lnSpc>
                <a:spcPct val="100000"/>
              </a:lnSpc>
              <a:spcBef>
                <a:spcPts val="283"/>
              </a:spcBef>
              <a:spcAft>
                <a:spcPts val="283"/>
              </a:spcAft>
              <a:buClr>
                <a:srgbClr val="000000"/>
              </a:buClr>
              <a:buSzPct val="45000"/>
              <a:buFont typeface="Wingdings" charset="2"/>
              <a:buChar char=""/>
              <a:tabLst>
                <a:tab algn="l" pos="0"/>
              </a:tabLst>
            </a:pPr>
            <a:r>
              <a:rPr b="0" lang="ru-RU" sz="1600" spc="-1" strike="noStrike">
                <a:solidFill>
                  <a:srgbClr val="000000"/>
                </a:solidFill>
                <a:latin typeface="Arial"/>
                <a:ea typeface="Noto Sans CJK SC"/>
              </a:rPr>
              <a:t>Все вершины помечаем как непосещенные.</a:t>
            </a:r>
            <a:endParaRPr b="0" lang="ru-RU" sz="1600" spc="-1" strike="noStrike">
              <a:solidFill>
                <a:srgbClr val="000000"/>
              </a:solidFill>
              <a:latin typeface="Arial"/>
            </a:endParaRPr>
          </a:p>
          <a:p>
            <a:pPr marL="108000" indent="-144000">
              <a:lnSpc>
                <a:spcPct val="100000"/>
              </a:lnSpc>
              <a:spcBef>
                <a:spcPts val="283"/>
              </a:spcBef>
              <a:spcAft>
                <a:spcPts val="283"/>
              </a:spcAft>
              <a:buNone/>
              <a:tabLst>
                <a:tab algn="l" pos="0"/>
              </a:tabLst>
            </a:pPr>
            <a:r>
              <a:rPr b="0" lang="ru-RU" sz="1800" spc="-1" strike="noStrike">
                <a:solidFill>
                  <a:srgbClr val="000000"/>
                </a:solidFill>
                <a:latin typeface="Arial"/>
                <a:ea typeface="Noto Sans CJK SC"/>
              </a:rPr>
              <a:t>Основной цикл: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 marL="108000" indent="-144000">
              <a:lnSpc>
                <a:spcPct val="100000"/>
              </a:lnSpc>
              <a:spcBef>
                <a:spcPts val="283"/>
              </a:spcBef>
              <a:spcAft>
                <a:spcPts val="283"/>
              </a:spcAft>
              <a:buClr>
                <a:srgbClr val="000000"/>
              </a:buClr>
              <a:buSzPct val="45000"/>
              <a:buFont typeface="Wingdings" charset="2"/>
              <a:buChar char=""/>
              <a:tabLst>
                <a:tab algn="l" pos="0"/>
              </a:tabLst>
            </a:pPr>
            <a:r>
              <a:rPr b="0" lang="ru-RU" sz="1600" spc="-1" strike="noStrike">
                <a:solidFill>
                  <a:srgbClr val="000000"/>
                </a:solidFill>
                <a:latin typeface="Arial"/>
                <a:ea typeface="Noto Sans CJK SC"/>
              </a:rPr>
              <a:t>Выбираем вершину с минимальным текущим расстоянием.</a:t>
            </a:r>
            <a:endParaRPr b="0" lang="ru-RU" sz="1600" spc="-1" strike="noStrike">
              <a:solidFill>
                <a:srgbClr val="000000"/>
              </a:solidFill>
              <a:latin typeface="Arial"/>
            </a:endParaRPr>
          </a:p>
          <a:p>
            <a:pPr marL="108000" indent="-144000">
              <a:lnSpc>
                <a:spcPct val="100000"/>
              </a:lnSpc>
              <a:spcBef>
                <a:spcPts val="283"/>
              </a:spcBef>
              <a:spcAft>
                <a:spcPts val="283"/>
              </a:spcAft>
              <a:buClr>
                <a:srgbClr val="000000"/>
              </a:buClr>
              <a:buSzPct val="45000"/>
              <a:buFont typeface="Wingdings" charset="2"/>
              <a:buChar char=""/>
              <a:tabLst>
                <a:tab algn="l" pos="0"/>
              </a:tabLst>
            </a:pPr>
            <a:r>
              <a:rPr b="0" lang="ru-RU" sz="1600" spc="-1" strike="noStrike">
                <a:solidFill>
                  <a:srgbClr val="000000"/>
                </a:solidFill>
                <a:latin typeface="Arial"/>
                <a:ea typeface="Noto Sans CJK SC"/>
              </a:rPr>
              <a:t>Обновляем расстояния до всех ее соседей с учетом веса ребра.</a:t>
            </a:r>
            <a:endParaRPr b="0" lang="ru-RU" sz="1600" spc="-1" strike="noStrike">
              <a:solidFill>
                <a:srgbClr val="000000"/>
              </a:solidFill>
              <a:latin typeface="Arial"/>
            </a:endParaRPr>
          </a:p>
          <a:p>
            <a:pPr marL="108000" indent="-144000">
              <a:lnSpc>
                <a:spcPct val="100000"/>
              </a:lnSpc>
              <a:spcBef>
                <a:spcPts val="283"/>
              </a:spcBef>
              <a:spcAft>
                <a:spcPts val="283"/>
              </a:spcAft>
              <a:buClr>
                <a:srgbClr val="000000"/>
              </a:buClr>
              <a:buSzPct val="45000"/>
              <a:buFont typeface="Wingdings" charset="2"/>
              <a:buChar char=""/>
              <a:tabLst>
                <a:tab algn="l" pos="0"/>
              </a:tabLst>
            </a:pPr>
            <a:r>
              <a:rPr b="0" lang="ru-RU" sz="1600" spc="-1" strike="noStrike">
                <a:solidFill>
                  <a:srgbClr val="000000"/>
                </a:solidFill>
                <a:latin typeface="Arial"/>
                <a:ea typeface="Noto Sans CJK SC"/>
              </a:rPr>
              <a:t>Помечаем вершину как посещенную.</a:t>
            </a:r>
            <a:endParaRPr b="0" lang="ru-RU" sz="1600" spc="-1" strike="noStrike">
              <a:solidFill>
                <a:srgbClr val="000000"/>
              </a:solidFill>
              <a:latin typeface="Arial"/>
            </a:endParaRPr>
          </a:p>
          <a:p>
            <a:pPr marL="108000" indent="-144000">
              <a:lnSpc>
                <a:spcPct val="100000"/>
              </a:lnSpc>
              <a:spcBef>
                <a:spcPts val="283"/>
              </a:spcBef>
              <a:spcAft>
                <a:spcPts val="283"/>
              </a:spcAft>
              <a:buNone/>
              <a:tabLst>
                <a:tab algn="l" pos="0"/>
              </a:tabLst>
            </a:pPr>
            <a:r>
              <a:rPr b="0" lang="ru-RU" sz="1800" spc="-1" strike="noStrike">
                <a:solidFill>
                  <a:srgbClr val="000000"/>
                </a:solidFill>
                <a:latin typeface="Arial"/>
                <a:ea typeface="Noto Sans CJK SC"/>
              </a:rPr>
              <a:t>Завершение: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 marL="108000" indent="-144000">
              <a:lnSpc>
                <a:spcPct val="100000"/>
              </a:lnSpc>
              <a:spcBef>
                <a:spcPts val="283"/>
              </a:spcBef>
              <a:spcAft>
                <a:spcPts val="283"/>
              </a:spcAft>
              <a:buClr>
                <a:srgbClr val="000000"/>
              </a:buClr>
              <a:buSzPct val="45000"/>
              <a:buFont typeface="Wingdings" charset="2"/>
              <a:buChar char=""/>
              <a:tabLst>
                <a:tab algn="l" pos="0"/>
              </a:tabLst>
            </a:pPr>
            <a:r>
              <a:rPr b="0" lang="ru-RU" sz="1600" spc="-1" strike="noStrike">
                <a:solidFill>
                  <a:srgbClr val="000000"/>
                </a:solidFill>
                <a:latin typeface="Arial"/>
                <a:ea typeface="Noto Sans CJK SC"/>
              </a:rPr>
              <a:t>Когда все вершины посещены, расстояния считаются окончательными.</a:t>
            </a:r>
            <a:endParaRPr b="0" lang="ru-RU" sz="1600" spc="-1" strike="noStrike">
              <a:solidFill>
                <a:srgbClr val="000000"/>
              </a:solidFill>
              <a:latin typeface="Arial"/>
            </a:endParaRPr>
          </a:p>
          <a:p>
            <a:pPr marL="108000" indent="-144000">
              <a:lnSpc>
                <a:spcPct val="100000"/>
              </a:lnSpc>
              <a:buNone/>
              <a:tabLst>
                <a:tab algn="l" pos="0"/>
              </a:tabLst>
            </a:pP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PlaceHolder 1"/>
          <p:cNvSpPr>
            <a:spLocks noGrp="1"/>
          </p:cNvSpPr>
          <p:nvPr>
            <p:ph type="title"/>
          </p:nvPr>
        </p:nvSpPr>
        <p:spPr>
          <a:xfrm>
            <a:off x="315720" y="129600"/>
            <a:ext cx="7423560" cy="94968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1440" rIns="91440" tIns="45720" bIns="4572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ru-RU" sz="3600" spc="-1" strike="noStrike">
                <a:solidFill>
                  <a:schemeClr val="dk2"/>
                </a:solidFill>
                <a:latin typeface="Arial"/>
              </a:rPr>
              <a:t>Оптимизация маршрутов</a:t>
            </a:r>
            <a:endParaRPr b="0" lang="ru-RU" sz="3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8" name="PlaceHolder 2"/>
          <p:cNvSpPr>
            <a:spLocks noGrp="1"/>
          </p:cNvSpPr>
          <p:nvPr>
            <p:ph/>
          </p:nvPr>
        </p:nvSpPr>
        <p:spPr>
          <a:xfrm>
            <a:off x="540000" y="1233360"/>
            <a:ext cx="8226360" cy="459792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1440" rIns="91440" tIns="45720" bIns="45720" anchor="t">
            <a:noAutofit/>
          </a:bodyPr>
          <a:p>
            <a:pPr marL="108000" indent="-144000">
              <a:lnSpc>
                <a:spcPct val="100000"/>
              </a:lnSpc>
              <a:spcBef>
                <a:spcPts val="340"/>
              </a:spcBef>
              <a:spcAft>
                <a:spcPts val="142"/>
              </a:spcAft>
              <a:buNone/>
              <a:tabLst>
                <a:tab algn="l" pos="0"/>
              </a:tabLst>
            </a:pPr>
            <a:r>
              <a:rPr b="1" lang="ru-RU" sz="1800" spc="-1" strike="noStrike">
                <a:solidFill>
                  <a:srgbClr val="000000"/>
                </a:solidFill>
                <a:latin typeface="Arial"/>
                <a:ea typeface="Noto Sans CJK SC"/>
              </a:rPr>
              <a:t>Задача: </a:t>
            </a:r>
            <a:r>
              <a:rPr b="0" lang="ru-RU" sz="1800" spc="-1" strike="noStrike">
                <a:solidFill>
                  <a:srgbClr val="000000"/>
                </a:solidFill>
                <a:latin typeface="Arial"/>
                <a:ea typeface="Noto Sans CJK SC"/>
              </a:rPr>
              <a:t>оптимизация маршрута по графу сети.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 marL="108000" indent="-144000">
              <a:lnSpc>
                <a:spcPct val="100000"/>
              </a:lnSpc>
              <a:spcBef>
                <a:spcPts val="340"/>
              </a:spcBef>
              <a:spcAft>
                <a:spcPts val="142"/>
              </a:spcAft>
              <a:buNone/>
              <a:tabLst>
                <a:tab algn="l" pos="0"/>
              </a:tabLst>
            </a:pPr>
            <a:r>
              <a:rPr b="0" lang="ru-RU" sz="1800" spc="-1" strike="noStrike">
                <a:solidFill>
                  <a:srgbClr val="000000"/>
                </a:solidFill>
                <a:latin typeface="Arial"/>
                <a:ea typeface="Noto Sans CJK SC"/>
              </a:rPr>
              <a:t>Алгоритм A*: поиск кратчайшего пути между </a:t>
            </a:r>
            <a:r>
              <a:rPr b="1" lang="ru-RU" sz="1800" spc="-1" strike="noStrike">
                <a:solidFill>
                  <a:srgbClr val="000000"/>
                </a:solidFill>
                <a:latin typeface="Arial"/>
                <a:ea typeface="Noto Sans CJK SC"/>
              </a:rPr>
              <a:t>двумя точками</a:t>
            </a:r>
            <a:r>
              <a:rPr b="0" lang="ru-RU" sz="1800" spc="-1" strike="noStrike">
                <a:solidFill>
                  <a:srgbClr val="000000"/>
                </a:solidFill>
                <a:latin typeface="Arial"/>
                <a:ea typeface="Noto Sans CJK SC"/>
              </a:rPr>
              <a:t> с использованием </a:t>
            </a:r>
            <a:r>
              <a:rPr b="1" lang="ru-RU" sz="1800" spc="-1" strike="noStrike">
                <a:solidFill>
                  <a:srgbClr val="000000"/>
                </a:solidFill>
                <a:latin typeface="Arial"/>
                <a:ea typeface="Noto Sans CJK SC"/>
              </a:rPr>
              <a:t>эвристики</a:t>
            </a:r>
            <a:r>
              <a:rPr b="0" lang="ru-RU" sz="1800" spc="-1" strike="noStrike">
                <a:solidFill>
                  <a:srgbClr val="000000"/>
                </a:solidFill>
                <a:latin typeface="Arial"/>
                <a:ea typeface="Noto Sans CJK SC"/>
              </a:rPr>
              <a:t> (оценки расстояния до цели).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 marL="108000" indent="-144000">
              <a:lnSpc>
                <a:spcPct val="100000"/>
              </a:lnSpc>
              <a:spcBef>
                <a:spcPts val="283"/>
              </a:spcBef>
              <a:spcAft>
                <a:spcPts val="283"/>
              </a:spcAft>
              <a:buNone/>
              <a:tabLst>
                <a:tab algn="l" pos="0"/>
              </a:tabLst>
            </a:pPr>
            <a:r>
              <a:rPr b="0" lang="ru-RU" sz="1800" spc="-1" strike="noStrike">
                <a:solidFill>
                  <a:srgbClr val="000000"/>
                </a:solidFill>
                <a:latin typeface="Arial"/>
                <a:ea typeface="Noto Sans CJK SC"/>
              </a:rPr>
              <a:t>Функция оценки</a:t>
            </a:r>
            <a:r>
              <a:rPr b="0" lang="ru-RU" sz="2000" spc="-1" strike="noStrike">
                <a:solidFill>
                  <a:srgbClr val="000000"/>
                </a:solidFill>
                <a:latin typeface="Arial"/>
                <a:ea typeface="Noto Sans CJK SC"/>
              </a:rPr>
              <a:t> </a:t>
            </a:r>
            <a:r>
              <a:rPr b="0" lang="ru-RU" sz="1800" spc="-1" strike="noStrike">
                <a:solidFill>
                  <a:srgbClr val="000000"/>
                </a:solidFill>
                <a:latin typeface="Arial"/>
                <a:ea typeface="Noto Sans CJK SC"/>
              </a:rPr>
              <a:t>f(n) = g(n) + h(n), где: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 marL="108000" indent="-144000">
              <a:lnSpc>
                <a:spcPct val="100000"/>
              </a:lnSpc>
              <a:spcBef>
                <a:spcPts val="283"/>
              </a:spcBef>
              <a:spcAft>
                <a:spcPts val="283"/>
              </a:spcAft>
              <a:buClr>
                <a:srgbClr val="000000"/>
              </a:buClr>
              <a:buSzPct val="45000"/>
              <a:buFont typeface="Wingdings" charset="2"/>
              <a:buChar char=""/>
              <a:tabLst>
                <a:tab algn="l" pos="0"/>
              </a:tabLst>
            </a:pPr>
            <a:r>
              <a:rPr b="0" lang="ru-RU" sz="1600" spc="-1" strike="noStrike">
                <a:solidFill>
                  <a:srgbClr val="000000"/>
                </a:solidFill>
                <a:latin typeface="Arial"/>
                <a:ea typeface="Noto Sans CJK SC"/>
              </a:rPr>
              <a:t>g(n) — реальная стоимость пути от старта до n.</a:t>
            </a:r>
            <a:endParaRPr b="0" lang="ru-RU" sz="1600" spc="-1" strike="noStrike">
              <a:solidFill>
                <a:srgbClr val="000000"/>
              </a:solidFill>
              <a:latin typeface="Arial"/>
            </a:endParaRPr>
          </a:p>
          <a:p>
            <a:pPr marL="108000" indent="-144000">
              <a:lnSpc>
                <a:spcPct val="100000"/>
              </a:lnSpc>
              <a:spcBef>
                <a:spcPts val="283"/>
              </a:spcBef>
              <a:spcAft>
                <a:spcPts val="283"/>
              </a:spcAft>
              <a:buClr>
                <a:srgbClr val="000000"/>
              </a:buClr>
              <a:buSzPct val="45000"/>
              <a:buFont typeface="Wingdings" charset="2"/>
              <a:buChar char=""/>
              <a:tabLst>
                <a:tab algn="l" pos="0"/>
              </a:tabLst>
            </a:pPr>
            <a:r>
              <a:rPr b="0" lang="ru-RU" sz="1600" spc="-1" strike="noStrike">
                <a:solidFill>
                  <a:srgbClr val="000000"/>
                </a:solidFill>
                <a:latin typeface="Arial"/>
                <a:ea typeface="Noto Sans CJK SC"/>
              </a:rPr>
              <a:t>h(n) — эвристическая оценка от n до цели (например, евклидово расстояние).</a:t>
            </a:r>
            <a:endParaRPr b="0" lang="ru-RU" sz="1600" spc="-1" strike="noStrike">
              <a:solidFill>
                <a:srgbClr val="000000"/>
              </a:solidFill>
              <a:latin typeface="Arial"/>
            </a:endParaRPr>
          </a:p>
          <a:p>
            <a:pPr marL="108000" indent="-144000">
              <a:lnSpc>
                <a:spcPct val="100000"/>
              </a:lnSpc>
              <a:spcBef>
                <a:spcPts val="283"/>
              </a:spcBef>
              <a:spcAft>
                <a:spcPts val="283"/>
              </a:spcAft>
              <a:buNone/>
              <a:tabLst>
                <a:tab algn="l" pos="0"/>
              </a:tabLst>
            </a:pPr>
            <a:r>
              <a:rPr b="0" lang="ru-RU" sz="1800" spc="-1" strike="noStrike">
                <a:solidFill>
                  <a:srgbClr val="000000"/>
                </a:solidFill>
                <a:latin typeface="Arial"/>
                <a:ea typeface="Noto Sans CJK SC"/>
              </a:rPr>
              <a:t>Основной цикл: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 marL="108000" indent="-144000">
              <a:lnSpc>
                <a:spcPct val="100000"/>
              </a:lnSpc>
              <a:spcBef>
                <a:spcPts val="283"/>
              </a:spcBef>
              <a:spcAft>
                <a:spcPts val="283"/>
              </a:spcAft>
              <a:buClr>
                <a:srgbClr val="000000"/>
              </a:buClr>
              <a:buSzPct val="45000"/>
              <a:buFont typeface="Wingdings" charset="2"/>
              <a:buChar char=""/>
              <a:tabLst>
                <a:tab algn="l" pos="0"/>
              </a:tabLst>
            </a:pPr>
            <a:r>
              <a:rPr b="0" lang="ru-RU" sz="1600" spc="-1" strike="noStrike">
                <a:solidFill>
                  <a:srgbClr val="000000"/>
                </a:solidFill>
                <a:latin typeface="Arial"/>
                <a:ea typeface="Noto Sans CJK SC"/>
              </a:rPr>
              <a:t>Исследуем вершины с минимальным f(n).</a:t>
            </a:r>
            <a:endParaRPr b="0" lang="ru-RU" sz="1600" spc="-1" strike="noStrike">
              <a:solidFill>
                <a:srgbClr val="000000"/>
              </a:solidFill>
              <a:latin typeface="Arial"/>
            </a:endParaRPr>
          </a:p>
          <a:p>
            <a:pPr marL="108000" indent="-144000">
              <a:lnSpc>
                <a:spcPct val="100000"/>
              </a:lnSpc>
              <a:spcBef>
                <a:spcPts val="283"/>
              </a:spcBef>
              <a:spcAft>
                <a:spcPts val="283"/>
              </a:spcAft>
              <a:buClr>
                <a:srgbClr val="000000"/>
              </a:buClr>
              <a:buSzPct val="45000"/>
              <a:buFont typeface="Wingdings" charset="2"/>
              <a:buChar char=""/>
              <a:tabLst>
                <a:tab algn="l" pos="0"/>
              </a:tabLst>
            </a:pPr>
            <a:r>
              <a:rPr b="0" lang="ru-RU" sz="1600" spc="-1" strike="noStrike">
                <a:solidFill>
                  <a:srgbClr val="000000"/>
                </a:solidFill>
                <a:latin typeface="Arial"/>
                <a:ea typeface="Noto Sans CJK SC"/>
              </a:rPr>
              <a:t>Для каждой вершины обновляем g(n) и f(n), если h(n) увеличилось — отклоняем.</a:t>
            </a:r>
            <a:endParaRPr b="0" lang="ru-RU" sz="1600" spc="-1" strike="noStrike">
              <a:solidFill>
                <a:srgbClr val="000000"/>
              </a:solidFill>
              <a:latin typeface="Arial"/>
            </a:endParaRPr>
          </a:p>
          <a:p>
            <a:pPr marL="108000" indent="-144000">
              <a:lnSpc>
                <a:spcPct val="100000"/>
              </a:lnSpc>
              <a:spcBef>
                <a:spcPts val="283"/>
              </a:spcBef>
              <a:spcAft>
                <a:spcPts val="283"/>
              </a:spcAft>
              <a:buNone/>
              <a:tabLst>
                <a:tab algn="l" pos="0"/>
              </a:tabLst>
            </a:pPr>
            <a:r>
              <a:rPr b="0" lang="ru-RU" sz="1800" spc="-1" strike="noStrike">
                <a:solidFill>
                  <a:srgbClr val="000000"/>
                </a:solidFill>
                <a:latin typeface="Arial"/>
                <a:ea typeface="Noto Sans CJK SC"/>
              </a:rPr>
              <a:t>Завершение: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 marL="108000" indent="-144000">
              <a:lnSpc>
                <a:spcPct val="100000"/>
              </a:lnSpc>
              <a:spcBef>
                <a:spcPts val="283"/>
              </a:spcBef>
              <a:spcAft>
                <a:spcPts val="283"/>
              </a:spcAft>
              <a:buClr>
                <a:srgbClr val="000000"/>
              </a:buClr>
              <a:buSzPct val="45000"/>
              <a:buFont typeface="Wingdings" charset="2"/>
              <a:buChar char=""/>
              <a:tabLst>
                <a:tab algn="l" pos="0"/>
              </a:tabLst>
            </a:pPr>
            <a:r>
              <a:rPr b="0" lang="ru-RU" sz="1600" spc="-1" strike="noStrike">
                <a:solidFill>
                  <a:srgbClr val="000000"/>
                </a:solidFill>
                <a:latin typeface="Arial"/>
                <a:ea typeface="Noto Sans CJK SC"/>
              </a:rPr>
              <a:t>Как только достигаем цели, путь считается найденным.</a:t>
            </a:r>
            <a:endParaRPr b="0" lang="ru-RU" sz="1600" spc="-1" strike="noStrike">
              <a:solidFill>
                <a:srgbClr val="000000"/>
              </a:solidFill>
              <a:latin typeface="Arial"/>
            </a:endParaRPr>
          </a:p>
          <a:p>
            <a:pPr marL="108000" indent="-144000">
              <a:lnSpc>
                <a:spcPct val="100000"/>
              </a:lnSpc>
              <a:buNone/>
              <a:tabLst>
                <a:tab algn="l" pos="0"/>
              </a:tabLst>
            </a:pP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PlaceHolder 1"/>
          <p:cNvSpPr>
            <a:spLocks noGrp="1"/>
          </p:cNvSpPr>
          <p:nvPr>
            <p:ph/>
          </p:nvPr>
        </p:nvSpPr>
        <p:spPr>
          <a:xfrm>
            <a:off x="540000" y="903600"/>
            <a:ext cx="8226360" cy="376884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1440" rIns="91440" tIns="45720" bIns="45720" anchor="t">
            <a:noAutofit/>
          </a:bodyPr>
          <a:p>
            <a:pPr marL="108000" indent="-1440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None/>
              <a:tabLst>
                <a:tab algn="l" pos="0"/>
              </a:tabLst>
            </a:pPr>
            <a:endParaRPr b="0" lang="ru-RU" sz="1100" spc="-1" strike="noStrike">
              <a:solidFill>
                <a:srgbClr val="000000"/>
              </a:solidFill>
              <a:latin typeface="Arial"/>
            </a:endParaRPr>
          </a:p>
          <a:p>
            <a:pPr marL="108000" indent="-144000">
              <a:lnSpc>
                <a:spcPct val="100000"/>
              </a:lnSpc>
              <a:spcBef>
                <a:spcPts val="624"/>
              </a:spcBef>
              <a:spcAft>
                <a:spcPts val="425"/>
              </a:spcAft>
              <a:buClr>
                <a:srgbClr val="000000"/>
              </a:buClr>
              <a:buFont typeface="OpenSymbol"/>
              <a:buAutoNum type="arabicPeriod" startAt="2"/>
              <a:tabLst>
                <a:tab algn="l" pos="0"/>
              </a:tabLst>
            </a:pPr>
            <a:r>
              <a:rPr b="1" lang="ru-RU" sz="1800" spc="-1" strike="noStrike">
                <a:solidFill>
                  <a:srgbClr val="000000"/>
                </a:solidFill>
                <a:latin typeface="Arial"/>
                <a:ea typeface="Noto Sans CJK SC"/>
              </a:rPr>
              <a:t> </a:t>
            </a:r>
            <a:r>
              <a:rPr b="1" lang="ru-RU" sz="2000" spc="-1" strike="noStrike">
                <a:solidFill>
                  <a:srgbClr val="000000"/>
                </a:solidFill>
                <a:latin typeface="Arial"/>
                <a:ea typeface="Noto Sans CJK SC"/>
              </a:rPr>
              <a:t>Моделирование эпидемии COVID-19</a:t>
            </a:r>
            <a:endParaRPr b="0" lang="ru-RU" sz="2000" spc="-1" strike="noStrike">
              <a:solidFill>
                <a:srgbClr val="000000"/>
              </a:solidFill>
              <a:latin typeface="Arial"/>
            </a:endParaRPr>
          </a:p>
          <a:p>
            <a:pPr marL="108000" indent="-144000">
              <a:lnSpc>
                <a:spcPct val="100000"/>
              </a:lnSpc>
              <a:spcBef>
                <a:spcPts val="283"/>
              </a:spcBef>
              <a:spcAft>
                <a:spcPts val="283"/>
              </a:spcAft>
              <a:buNone/>
              <a:tabLst>
                <a:tab algn="l" pos="0"/>
              </a:tabLst>
            </a:pPr>
            <a:r>
              <a:rPr b="1" lang="ru-RU" sz="1800" spc="-1" strike="noStrike">
                <a:solidFill>
                  <a:srgbClr val="000000"/>
                </a:solidFill>
                <a:latin typeface="Arial"/>
                <a:ea typeface="Noto Sans CJK SC"/>
              </a:rPr>
              <a:t>Задача:</a:t>
            </a:r>
            <a:r>
              <a:rPr b="0" lang="ru-RU" sz="1800" spc="-1" strike="noStrike">
                <a:solidFill>
                  <a:srgbClr val="000000"/>
                </a:solidFill>
                <a:latin typeface="Arial"/>
                <a:ea typeface="Noto Sans CJK SC"/>
              </a:rPr>
              <a:t> прогнозирование распространения вируса для планирования нагрузки на больницы и управления карантином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 marL="108000" indent="-144000">
              <a:lnSpc>
                <a:spcPct val="100000"/>
              </a:lnSpc>
              <a:spcBef>
                <a:spcPts val="283"/>
              </a:spcBef>
              <a:spcAft>
                <a:spcPts val="283"/>
              </a:spcAft>
              <a:buNone/>
              <a:tabLst>
                <a:tab algn="l" pos="0"/>
              </a:tabLst>
            </a:pPr>
            <a:r>
              <a:rPr b="1" lang="ru-RU" sz="1800" spc="-1" strike="noStrike">
                <a:solidFill>
                  <a:srgbClr val="000000"/>
                </a:solidFill>
                <a:latin typeface="Arial"/>
                <a:ea typeface="Noto Sans CJK SC"/>
              </a:rPr>
              <a:t>Модель:</a:t>
            </a:r>
            <a:r>
              <a:rPr b="0" lang="ru-RU" sz="1800" spc="-1" strike="noStrike">
                <a:solidFill>
                  <a:srgbClr val="000000"/>
                </a:solidFill>
                <a:latin typeface="Arial"/>
                <a:ea typeface="Noto Sans CJK SC"/>
              </a:rPr>
              <a:t> Агентная, с разными статусами (SIR, SEIR, SIRD, CIR...)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 marL="108000" indent="-144000">
              <a:lnSpc>
                <a:spcPct val="100000"/>
              </a:lnSpc>
              <a:spcBef>
                <a:spcPts val="283"/>
              </a:spcBef>
              <a:spcAft>
                <a:spcPts val="283"/>
              </a:spcAft>
              <a:buNone/>
              <a:tabLst>
                <a:tab algn="l" pos="0"/>
              </a:tabLst>
            </a:pPr>
            <a:r>
              <a:rPr b="0" lang="ru-RU" sz="1800" spc="-1" strike="noStrike">
                <a:solidFill>
                  <a:srgbClr val="000000"/>
                </a:solidFill>
                <a:latin typeface="Arial"/>
                <a:ea typeface="Noto Sans CJK SC"/>
              </a:rPr>
              <a:t>Агенты: люди с нормально распределенной восприимчивостью.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 marL="108000" indent="-144000">
              <a:lnSpc>
                <a:spcPct val="100000"/>
              </a:lnSpc>
              <a:spcBef>
                <a:spcPts val="283"/>
              </a:spcBef>
              <a:spcAft>
                <a:spcPts val="283"/>
              </a:spcAft>
              <a:buNone/>
              <a:tabLst>
                <a:tab algn="l" pos="0"/>
              </a:tabLst>
            </a:pPr>
            <a:r>
              <a:rPr b="1" lang="ru-RU" sz="1800" spc="-1" strike="noStrike">
                <a:solidFill>
                  <a:srgbClr val="000000"/>
                </a:solidFill>
                <a:latin typeface="Arial"/>
                <a:ea typeface="Noto Sans CJK SC"/>
              </a:rPr>
              <a:t>Среда:</a:t>
            </a:r>
            <a:r>
              <a:rPr b="0" lang="ru-RU" sz="1800" spc="-1" strike="noStrike">
                <a:solidFill>
                  <a:srgbClr val="000000"/>
                </a:solidFill>
                <a:latin typeface="Arial"/>
                <a:ea typeface="Noto Sans CJK SC"/>
              </a:rPr>
              <a:t> модель общественных пространств с управляемыми карантинными мерами. 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 marL="108000" indent="-144000">
              <a:lnSpc>
                <a:spcPct val="100000"/>
              </a:lnSpc>
              <a:spcBef>
                <a:spcPts val="283"/>
              </a:spcBef>
              <a:spcAft>
                <a:spcPts val="283"/>
              </a:spcAft>
              <a:buNone/>
              <a:tabLst>
                <a:tab algn="l" pos="0"/>
              </a:tabLst>
            </a:pPr>
            <a:r>
              <a:rPr b="1" lang="ru-RU" sz="1800" spc="-1" strike="noStrike">
                <a:solidFill>
                  <a:srgbClr val="000000"/>
                </a:solidFill>
                <a:latin typeface="Arial"/>
                <a:ea typeface="Noto Sans CJK SC"/>
              </a:rPr>
              <a:t>Результаты: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 marL="108000" indent="-144000">
              <a:lnSpc>
                <a:spcPct val="100000"/>
              </a:lnSpc>
              <a:spcBef>
                <a:spcPts val="283"/>
              </a:spcBef>
              <a:spcAft>
                <a:spcPts val="283"/>
              </a:spcAft>
              <a:buClr>
                <a:srgbClr val="000000"/>
              </a:buClr>
              <a:buFont typeface="Wingdings" charset="2"/>
              <a:buChar char=""/>
              <a:tabLst>
                <a:tab algn="l" pos="0"/>
              </a:tabLst>
            </a:pPr>
            <a:r>
              <a:rPr b="0" lang="ru-RU" sz="1600" spc="-1" strike="noStrike">
                <a:solidFill>
                  <a:srgbClr val="000000"/>
                </a:solidFill>
                <a:latin typeface="Arial"/>
                <a:ea typeface="Noto Sans CJK SC"/>
              </a:rPr>
              <a:t> </a:t>
            </a:r>
            <a:r>
              <a:rPr b="0" lang="ru-RU" sz="1600" spc="-1" strike="noStrike">
                <a:solidFill>
                  <a:srgbClr val="000000"/>
                </a:solidFill>
                <a:latin typeface="Arial"/>
                <a:ea typeface="Noto Sans CJK SC"/>
              </a:rPr>
              <a:t>Точность прогноза пиков нагрузки на учреждения — 89%.</a:t>
            </a:r>
            <a:endParaRPr b="0" lang="ru-RU" sz="1600" spc="-1" strike="noStrike">
              <a:solidFill>
                <a:srgbClr val="000000"/>
              </a:solidFill>
              <a:latin typeface="Arial"/>
            </a:endParaRPr>
          </a:p>
          <a:p>
            <a:pPr marL="108000" indent="-144000">
              <a:lnSpc>
                <a:spcPct val="100000"/>
              </a:lnSpc>
              <a:spcBef>
                <a:spcPts val="283"/>
              </a:spcBef>
              <a:spcAft>
                <a:spcPts val="283"/>
              </a:spcAft>
              <a:buClr>
                <a:srgbClr val="000000"/>
              </a:buClr>
              <a:buFont typeface="Wingdings" charset="2"/>
              <a:buChar char=""/>
              <a:tabLst>
                <a:tab algn="l" pos="0"/>
              </a:tabLst>
            </a:pPr>
            <a:r>
              <a:rPr b="0" lang="ru-RU" sz="1600" spc="-1" strike="noStrike">
                <a:solidFill>
                  <a:srgbClr val="000000"/>
                </a:solidFill>
                <a:latin typeface="Arial"/>
                <a:ea typeface="Noto Sans CJK SC"/>
              </a:rPr>
              <a:t> </a:t>
            </a:r>
            <a:r>
              <a:rPr b="0" lang="ru-RU" sz="1600" spc="-1" strike="noStrike">
                <a:solidFill>
                  <a:srgbClr val="000000"/>
                </a:solidFill>
                <a:latin typeface="Arial"/>
                <a:ea typeface="Noto Sans CJK SC"/>
              </a:rPr>
              <a:t>Управление карантинными мерами (длительность — 6 недель).</a:t>
            </a:r>
            <a:endParaRPr b="0" lang="ru-RU" sz="1600" spc="-1" strike="noStrike">
              <a:solidFill>
                <a:srgbClr val="000000"/>
              </a:solidFill>
              <a:latin typeface="Arial"/>
            </a:endParaRPr>
          </a:p>
          <a:p>
            <a:pPr marL="108000" indent="-144000">
              <a:lnSpc>
                <a:spcPct val="100000"/>
              </a:lnSpc>
              <a:spcBef>
                <a:spcPts val="283"/>
              </a:spcBef>
              <a:spcAft>
                <a:spcPts val="283"/>
              </a:spcAft>
              <a:buNone/>
              <a:tabLst>
                <a:tab algn="l" pos="0"/>
              </a:tabLst>
            </a:pPr>
            <a:endParaRPr b="0" lang="ru-RU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0" name="PlaceHolder 3"/>
          <p:cNvSpPr/>
          <p:nvPr/>
        </p:nvSpPr>
        <p:spPr>
          <a:xfrm>
            <a:off x="316080" y="129600"/>
            <a:ext cx="7423560" cy="94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lIns="90000" rIns="90000" tIns="45000" bIns="450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ru-RU" sz="3600" spc="-1" strike="noStrike">
                <a:solidFill>
                  <a:schemeClr val="dk2"/>
                </a:solidFill>
                <a:latin typeface="Arial"/>
              </a:rPr>
              <a:t>Кейсы ТМО</a:t>
            </a:r>
            <a:endParaRPr b="0" lang="ru-RU" sz="3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1" name=""/>
          <p:cNvSpPr/>
          <p:nvPr/>
        </p:nvSpPr>
        <p:spPr>
          <a:xfrm>
            <a:off x="515880" y="4933440"/>
            <a:ext cx="7979400" cy="1113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ru-RU" sz="1200" spc="-1" strike="noStrike">
                <a:solidFill>
                  <a:srgbClr val="000000"/>
                </a:solidFill>
                <a:latin typeface="Arial"/>
              </a:rPr>
              <a:t>В.В. Захаров, Ю.Е. Балыкина. Балансовая модель эпидемии COVID-19 на основе процентного прироста</a:t>
            </a:r>
            <a:r>
              <a:rPr b="0" lang="ru-RU" sz="1200" spc="-1" strike="noStrike">
                <a:solidFill>
                  <a:srgbClr val="000000"/>
                </a:solidFill>
                <a:latin typeface="Arial"/>
                <a:ea typeface="Noto Sans CJK SC"/>
              </a:rPr>
              <a:t>. DOI 10.15622/ia.20.5.2</a:t>
            </a:r>
            <a:endParaRPr b="0" lang="ru-RU" sz="1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PlaceHolder 1"/>
          <p:cNvSpPr>
            <a:spLocks noGrp="1"/>
          </p:cNvSpPr>
          <p:nvPr>
            <p:ph/>
          </p:nvPr>
        </p:nvSpPr>
        <p:spPr>
          <a:xfrm>
            <a:off x="540000" y="939600"/>
            <a:ext cx="8226360" cy="376884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1440" rIns="91440" tIns="45720" bIns="45720" anchor="t">
            <a:noAutofit/>
          </a:bodyPr>
          <a:p>
            <a:pPr marL="108000" indent="-1440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None/>
              <a:tabLst>
                <a:tab algn="l" pos="0"/>
              </a:tabLst>
            </a:pPr>
            <a:endParaRPr b="0" lang="ru-RU" sz="1100" spc="-1" strike="noStrike">
              <a:solidFill>
                <a:srgbClr val="000000"/>
              </a:solidFill>
              <a:latin typeface="Arial"/>
            </a:endParaRPr>
          </a:p>
          <a:p>
            <a:pPr marL="108000" indent="-144000">
              <a:lnSpc>
                <a:spcPct val="100000"/>
              </a:lnSpc>
              <a:spcBef>
                <a:spcPts val="624"/>
              </a:spcBef>
              <a:spcAft>
                <a:spcPts val="425"/>
              </a:spcAft>
              <a:buClr>
                <a:srgbClr val="000000"/>
              </a:buClr>
              <a:buFont typeface="OpenSymbol"/>
              <a:buAutoNum type="arabicPeriod" startAt="3"/>
              <a:tabLst>
                <a:tab algn="l" pos="0"/>
              </a:tabLst>
            </a:pPr>
            <a:r>
              <a:rPr b="1" lang="ru-RU" sz="1800" spc="-1" strike="noStrike">
                <a:solidFill>
                  <a:srgbClr val="000000"/>
                </a:solidFill>
                <a:latin typeface="Arial"/>
                <a:ea typeface="Noto Sans CJK SC"/>
              </a:rPr>
              <a:t> </a:t>
            </a:r>
            <a:r>
              <a:rPr b="1" lang="ru-RU" sz="2000" spc="-1" strike="noStrike">
                <a:solidFill>
                  <a:srgbClr val="000000"/>
                </a:solidFill>
                <a:latin typeface="Arial"/>
                <a:ea typeface="Noto Sans CJK SC"/>
              </a:rPr>
              <a:t>Управление городским транспортом (пробки, выбросы)</a:t>
            </a:r>
            <a:endParaRPr b="0" lang="ru-RU" sz="2000" spc="-1" strike="noStrike">
              <a:solidFill>
                <a:srgbClr val="000000"/>
              </a:solidFill>
              <a:latin typeface="Arial"/>
            </a:endParaRPr>
          </a:p>
          <a:p>
            <a:pPr marL="108000" indent="-144000">
              <a:lnSpc>
                <a:spcPct val="100000"/>
              </a:lnSpc>
              <a:spcBef>
                <a:spcPts val="283"/>
              </a:spcBef>
              <a:spcAft>
                <a:spcPts val="283"/>
              </a:spcAft>
              <a:buNone/>
              <a:tabLst>
                <a:tab algn="l" pos="0"/>
              </a:tabLst>
            </a:pPr>
            <a:r>
              <a:rPr b="1" lang="ru-RU" sz="1800" spc="-1" strike="noStrike">
                <a:solidFill>
                  <a:srgbClr val="000000"/>
                </a:solidFill>
                <a:latin typeface="Arial"/>
                <a:ea typeface="Noto Sans CJK SC"/>
              </a:rPr>
              <a:t>Проблема:</a:t>
            </a:r>
            <a:r>
              <a:rPr b="0" lang="ru-RU" sz="1800" spc="-1" strike="noStrike">
                <a:solidFill>
                  <a:srgbClr val="000000"/>
                </a:solidFill>
                <a:latin typeface="Arial"/>
                <a:ea typeface="Noto Sans CJK SC"/>
              </a:rPr>
              <a:t> заторы; городской транспорт; загрязнение.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 marL="108000" indent="-144000">
              <a:lnSpc>
                <a:spcPct val="100000"/>
              </a:lnSpc>
              <a:spcBef>
                <a:spcPts val="283"/>
              </a:spcBef>
              <a:spcAft>
                <a:spcPts val="283"/>
              </a:spcAft>
              <a:buNone/>
              <a:tabLst>
                <a:tab algn="l" pos="0"/>
              </a:tabLst>
            </a:pPr>
            <a:r>
              <a:rPr b="1" lang="ru-RU" sz="1800" spc="-1" strike="noStrike">
                <a:solidFill>
                  <a:srgbClr val="000000"/>
                </a:solidFill>
                <a:latin typeface="Arial"/>
                <a:ea typeface="Noto Sans CJK SC"/>
              </a:rPr>
              <a:t>Модель:</a:t>
            </a:r>
            <a:r>
              <a:rPr b="0" lang="ru-RU" sz="1800" spc="-1" strike="noStrike">
                <a:solidFill>
                  <a:srgbClr val="000000"/>
                </a:solidFill>
                <a:latin typeface="Arial"/>
                <a:ea typeface="Noto Sans CJK SC"/>
              </a:rPr>
              <a:t> Агентно-дискретная (MATSim).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 marL="108000" indent="-144000">
              <a:lnSpc>
                <a:spcPct val="100000"/>
              </a:lnSpc>
              <a:spcBef>
                <a:spcPts val="283"/>
              </a:spcBef>
              <a:spcAft>
                <a:spcPts val="283"/>
              </a:spcAft>
              <a:buNone/>
              <a:tabLst>
                <a:tab algn="l" pos="0"/>
              </a:tabLst>
            </a:pPr>
            <a:r>
              <a:rPr b="0" lang="ru-RU" sz="1800" spc="-1" strike="noStrike">
                <a:solidFill>
                  <a:srgbClr val="000000"/>
                </a:solidFill>
                <a:latin typeface="Arial"/>
                <a:ea typeface="Noto Sans CJK SC"/>
              </a:rPr>
              <a:t>Агенты: автомобиль; пассажир; общественный транспорт.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 marL="108000" indent="-144000">
              <a:lnSpc>
                <a:spcPct val="100000"/>
              </a:lnSpc>
              <a:spcBef>
                <a:spcPts val="283"/>
              </a:spcBef>
              <a:spcAft>
                <a:spcPts val="283"/>
              </a:spcAft>
              <a:buNone/>
              <a:tabLst>
                <a:tab algn="l" pos="0"/>
              </a:tabLst>
            </a:pPr>
            <a:r>
              <a:rPr b="1" lang="ru-RU" sz="1800" spc="-1" strike="noStrike">
                <a:solidFill>
                  <a:srgbClr val="000000"/>
                </a:solidFill>
                <a:latin typeface="Arial"/>
                <a:ea typeface="Noto Sans CJK SC"/>
              </a:rPr>
              <a:t>Среда:</a:t>
            </a:r>
            <a:r>
              <a:rPr b="0" lang="ru-RU" sz="1800" spc="-1" strike="noStrike">
                <a:solidFill>
                  <a:srgbClr val="000000"/>
                </a:solidFill>
                <a:latin typeface="Arial"/>
                <a:ea typeface="Noto Sans CJK SC"/>
              </a:rPr>
              <a:t> дорожный граф; система уравнений динамики городской среды; управляющие светофоры с ИИ и общей сетью. Калибровка по городским такси.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 marL="108000" indent="-144000">
              <a:lnSpc>
                <a:spcPct val="100000"/>
              </a:lnSpc>
              <a:spcBef>
                <a:spcPts val="283"/>
              </a:spcBef>
              <a:spcAft>
                <a:spcPts val="283"/>
              </a:spcAft>
              <a:buNone/>
              <a:tabLst>
                <a:tab algn="l" pos="0"/>
              </a:tabLst>
            </a:pPr>
            <a:r>
              <a:rPr b="1" lang="ru-RU" sz="1800" spc="-1" strike="noStrike">
                <a:solidFill>
                  <a:srgbClr val="000000"/>
                </a:solidFill>
                <a:latin typeface="Arial"/>
                <a:ea typeface="Noto Sans CJK SC"/>
              </a:rPr>
              <a:t>Результаты: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 marL="108000" indent="-144000">
              <a:lnSpc>
                <a:spcPct val="100000"/>
              </a:lnSpc>
              <a:spcBef>
                <a:spcPts val="283"/>
              </a:spcBef>
              <a:spcAft>
                <a:spcPts val="283"/>
              </a:spcAft>
              <a:buClr>
                <a:srgbClr val="000000"/>
              </a:buClr>
              <a:buFont typeface="Wingdings" charset="2"/>
              <a:buChar char=""/>
              <a:tabLst>
                <a:tab algn="l" pos="0"/>
              </a:tabLst>
            </a:pPr>
            <a:r>
              <a:rPr b="0" lang="ru-RU" sz="1600" spc="-1" strike="noStrike">
                <a:solidFill>
                  <a:srgbClr val="000000"/>
                </a:solidFill>
                <a:latin typeface="Arial"/>
                <a:ea typeface="Noto Sans CJK SC"/>
              </a:rPr>
              <a:t> </a:t>
            </a:r>
            <a:r>
              <a:rPr b="0" lang="ru-RU" sz="1600" spc="-1" strike="noStrike">
                <a:solidFill>
                  <a:srgbClr val="000000"/>
                </a:solidFill>
                <a:latin typeface="Arial"/>
                <a:ea typeface="Noto Sans CJK SC"/>
              </a:rPr>
              <a:t>Снижение средней длительности поездки.</a:t>
            </a:r>
            <a:endParaRPr b="0" lang="ru-RU" sz="1600" spc="-1" strike="noStrike">
              <a:solidFill>
                <a:srgbClr val="000000"/>
              </a:solidFill>
              <a:latin typeface="Arial"/>
            </a:endParaRPr>
          </a:p>
          <a:p>
            <a:pPr marL="108000" indent="-144000">
              <a:lnSpc>
                <a:spcPct val="100000"/>
              </a:lnSpc>
              <a:spcBef>
                <a:spcPts val="283"/>
              </a:spcBef>
              <a:spcAft>
                <a:spcPts val="283"/>
              </a:spcAft>
              <a:buClr>
                <a:srgbClr val="000000"/>
              </a:buClr>
              <a:buFont typeface="Wingdings" charset="2"/>
              <a:buChar char=""/>
              <a:tabLst>
                <a:tab algn="l" pos="0"/>
              </a:tabLst>
            </a:pPr>
            <a:r>
              <a:rPr b="0" lang="ru-RU" sz="1600" spc="-1" strike="noStrike">
                <a:solidFill>
                  <a:srgbClr val="000000"/>
                </a:solidFill>
                <a:latin typeface="Arial"/>
                <a:ea typeface="Noto Sans CJK SC"/>
              </a:rPr>
              <a:t> </a:t>
            </a:r>
            <a:r>
              <a:rPr b="0" lang="ru-RU" sz="1600" spc="-1" strike="noStrike">
                <a:solidFill>
                  <a:srgbClr val="000000"/>
                </a:solidFill>
                <a:latin typeface="Arial"/>
                <a:ea typeface="Noto Sans CJK SC"/>
              </a:rPr>
              <a:t>Уменьшение выбросов CO₂.</a:t>
            </a:r>
            <a:endParaRPr b="0" lang="ru-RU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3" name=""/>
          <p:cNvSpPr/>
          <p:nvPr/>
        </p:nvSpPr>
        <p:spPr>
          <a:xfrm>
            <a:off x="551520" y="4896360"/>
            <a:ext cx="6984360" cy="288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ru-RU" sz="1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4" name="PlaceHolder 9"/>
          <p:cNvSpPr/>
          <p:nvPr/>
        </p:nvSpPr>
        <p:spPr>
          <a:xfrm>
            <a:off x="316080" y="129600"/>
            <a:ext cx="7423560" cy="94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lIns="90000" rIns="90000" tIns="45000" bIns="450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ru-RU" sz="3600" spc="-1" strike="noStrike">
                <a:solidFill>
                  <a:schemeClr val="dk2"/>
                </a:solidFill>
                <a:latin typeface="Arial"/>
              </a:rPr>
              <a:t>Кейсы ТМО</a:t>
            </a:r>
            <a:endParaRPr b="0" lang="ru-RU" sz="3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5" name=""/>
          <p:cNvSpPr/>
          <p:nvPr/>
        </p:nvSpPr>
        <p:spPr>
          <a:xfrm>
            <a:off x="540000" y="4860000"/>
            <a:ext cx="7898040" cy="74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ru-RU" sz="1400" spc="-1" strike="noStrike">
                <a:solidFill>
                  <a:srgbClr val="000000"/>
                </a:solidFill>
                <a:latin typeface="Arial"/>
                <a:ea typeface="Noto Sans CJK SC"/>
              </a:rPr>
              <a:t>А. Ф. Агеева Имитационное моделирование динамики городских систем с помощью агентного подхода. УДК 004 9, 711 4, 352 075</a:t>
            </a:r>
            <a:endParaRPr b="0" lang="ru-RU" sz="14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Тема1">
  <a:themeElements>
    <a:clrScheme name="Другая 1">
      <a:dk1>
        <a:srgbClr val="000000"/>
      </a:dk1>
      <a:lt1>
        <a:srgbClr val="ffffff"/>
      </a:lt1>
      <a:dk2>
        <a:srgbClr val="000000"/>
      </a:dk2>
      <a:lt2>
        <a:srgbClr val="f8f8f8"/>
      </a:lt2>
      <a:accent1>
        <a:srgbClr val="ec0b43"/>
      </a:accent1>
      <a:accent2>
        <a:srgbClr val="b2b2b2"/>
      </a:accent2>
      <a:accent3>
        <a:srgbClr val="969696"/>
      </a:accent3>
      <a:accent4>
        <a:srgbClr val="808080"/>
      </a:accent4>
      <a:accent5>
        <a:srgbClr val="5f5f5f"/>
      </a:accent5>
      <a:accent6>
        <a:srgbClr val="4d4d4d"/>
      </a:accent6>
      <a:hlink>
        <a:srgbClr val="5f5f5f"/>
      </a:hlink>
      <a:folHlink>
        <a:srgbClr val="919191"/>
      </a:folHlink>
    </a:clrScheme>
    <a:fontScheme name="Стандартная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Тема1">
  <a:themeElements>
    <a:clrScheme name="Другая 1">
      <a:dk1>
        <a:srgbClr val="000000"/>
      </a:dk1>
      <a:lt1>
        <a:srgbClr val="ffffff"/>
      </a:lt1>
      <a:dk2>
        <a:srgbClr val="000000"/>
      </a:dk2>
      <a:lt2>
        <a:srgbClr val="f8f8f8"/>
      </a:lt2>
      <a:accent1>
        <a:srgbClr val="ec0b43"/>
      </a:accent1>
      <a:accent2>
        <a:srgbClr val="b2b2b2"/>
      </a:accent2>
      <a:accent3>
        <a:srgbClr val="969696"/>
      </a:accent3>
      <a:accent4>
        <a:srgbClr val="808080"/>
      </a:accent4>
      <a:accent5>
        <a:srgbClr val="5f5f5f"/>
      </a:accent5>
      <a:accent6>
        <a:srgbClr val="4d4d4d"/>
      </a:accent6>
      <a:hlink>
        <a:srgbClr val="5f5f5f"/>
      </a:hlink>
      <a:folHlink>
        <a:srgbClr val="919191"/>
      </a:folHlink>
    </a:clrScheme>
    <a:fontScheme name="Стандартная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Тема1">
  <a:themeElements>
    <a:clrScheme name="Другая 1">
      <a:dk1>
        <a:srgbClr val="000000"/>
      </a:dk1>
      <a:lt1>
        <a:srgbClr val="ffffff"/>
      </a:lt1>
      <a:dk2>
        <a:srgbClr val="000000"/>
      </a:dk2>
      <a:lt2>
        <a:srgbClr val="f8f8f8"/>
      </a:lt2>
      <a:accent1>
        <a:srgbClr val="ec0b43"/>
      </a:accent1>
      <a:accent2>
        <a:srgbClr val="b2b2b2"/>
      </a:accent2>
      <a:accent3>
        <a:srgbClr val="969696"/>
      </a:accent3>
      <a:accent4>
        <a:srgbClr val="808080"/>
      </a:accent4>
      <a:accent5>
        <a:srgbClr val="5f5f5f"/>
      </a:accent5>
      <a:accent6>
        <a:srgbClr val="4d4d4d"/>
      </a:accent6>
      <a:hlink>
        <a:srgbClr val="5f5f5f"/>
      </a:hlink>
      <a:folHlink>
        <a:srgbClr val="919191"/>
      </a:folHlink>
    </a:clrScheme>
    <a:fontScheme name="Стандартная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4.xml><?xml version="1.0" encoding="utf-8"?>
<a:theme xmlns:a="http://schemas.openxmlformats.org/drawingml/2006/main" xmlns:r="http://schemas.openxmlformats.org/officeDocument/2006/relationships" name="Тема1">
  <a:themeElements>
    <a:clrScheme name="Другая 1">
      <a:dk1>
        <a:srgbClr val="000000"/>
      </a:dk1>
      <a:lt1>
        <a:srgbClr val="ffffff"/>
      </a:lt1>
      <a:dk2>
        <a:srgbClr val="000000"/>
      </a:dk2>
      <a:lt2>
        <a:srgbClr val="f8f8f8"/>
      </a:lt2>
      <a:accent1>
        <a:srgbClr val="ec0b43"/>
      </a:accent1>
      <a:accent2>
        <a:srgbClr val="b2b2b2"/>
      </a:accent2>
      <a:accent3>
        <a:srgbClr val="969696"/>
      </a:accent3>
      <a:accent4>
        <a:srgbClr val="808080"/>
      </a:accent4>
      <a:accent5>
        <a:srgbClr val="5f5f5f"/>
      </a:accent5>
      <a:accent6>
        <a:srgbClr val="4d4d4d"/>
      </a:accent6>
      <a:hlink>
        <a:srgbClr val="5f5f5f"/>
      </a:hlink>
      <a:folHlink>
        <a:srgbClr val="919191"/>
      </a:folHlink>
    </a:clrScheme>
    <a:fontScheme name="Стандартная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5.xml><?xml version="1.0" encoding="utf-8"?>
<a:theme xmlns:a="http://schemas.openxmlformats.org/drawingml/2006/main" xmlns:r="http://schemas.openxmlformats.org/officeDocument/2006/relationships" name="Тема1">
  <a:themeElements>
    <a:clrScheme name="Другая 1">
      <a:dk1>
        <a:srgbClr val="000000"/>
      </a:dk1>
      <a:lt1>
        <a:srgbClr val="ffffff"/>
      </a:lt1>
      <a:dk2>
        <a:srgbClr val="000000"/>
      </a:dk2>
      <a:lt2>
        <a:srgbClr val="f8f8f8"/>
      </a:lt2>
      <a:accent1>
        <a:srgbClr val="ec0b43"/>
      </a:accent1>
      <a:accent2>
        <a:srgbClr val="b2b2b2"/>
      </a:accent2>
      <a:accent3>
        <a:srgbClr val="969696"/>
      </a:accent3>
      <a:accent4>
        <a:srgbClr val="808080"/>
      </a:accent4>
      <a:accent5>
        <a:srgbClr val="5f5f5f"/>
      </a:accent5>
      <a:accent6>
        <a:srgbClr val="4d4d4d"/>
      </a:accent6>
      <a:hlink>
        <a:srgbClr val="5f5f5f"/>
      </a:hlink>
      <a:folHlink>
        <a:srgbClr val="919191"/>
      </a:folHlink>
    </a:clrScheme>
    <a:fontScheme name="Стандартная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6.xml><?xml version="1.0" encoding="utf-8"?>
<a:theme xmlns:a="http://schemas.openxmlformats.org/drawingml/2006/main" xmlns:r="http://schemas.openxmlformats.org/officeDocument/2006/relationships" name="Тема1">
  <a:themeElements>
    <a:clrScheme name="Другая 1">
      <a:dk1>
        <a:srgbClr val="000000"/>
      </a:dk1>
      <a:lt1>
        <a:srgbClr val="ffffff"/>
      </a:lt1>
      <a:dk2>
        <a:srgbClr val="000000"/>
      </a:dk2>
      <a:lt2>
        <a:srgbClr val="f8f8f8"/>
      </a:lt2>
      <a:accent1>
        <a:srgbClr val="ec0b43"/>
      </a:accent1>
      <a:accent2>
        <a:srgbClr val="b2b2b2"/>
      </a:accent2>
      <a:accent3>
        <a:srgbClr val="969696"/>
      </a:accent3>
      <a:accent4>
        <a:srgbClr val="808080"/>
      </a:accent4>
      <a:accent5>
        <a:srgbClr val="5f5f5f"/>
      </a:accent5>
      <a:accent6>
        <a:srgbClr val="4d4d4d"/>
      </a:accent6>
      <a:hlink>
        <a:srgbClr val="5f5f5f"/>
      </a:hlink>
      <a:folHlink>
        <a:srgbClr val="919191"/>
      </a:folHlink>
    </a:clrScheme>
    <a:fontScheme name="Стандартная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7.xml><?xml version="1.0" encoding="utf-8"?>
<a:theme xmlns:a="http://schemas.openxmlformats.org/drawingml/2006/main" xmlns:r="http://schemas.openxmlformats.org/officeDocument/2006/relationships" name="Тема1">
  <a:themeElements>
    <a:clrScheme name="Другая 1">
      <a:dk1>
        <a:srgbClr val="000000"/>
      </a:dk1>
      <a:lt1>
        <a:srgbClr val="ffffff"/>
      </a:lt1>
      <a:dk2>
        <a:srgbClr val="000000"/>
      </a:dk2>
      <a:lt2>
        <a:srgbClr val="f8f8f8"/>
      </a:lt2>
      <a:accent1>
        <a:srgbClr val="ec0b43"/>
      </a:accent1>
      <a:accent2>
        <a:srgbClr val="b2b2b2"/>
      </a:accent2>
      <a:accent3>
        <a:srgbClr val="969696"/>
      </a:accent3>
      <a:accent4>
        <a:srgbClr val="808080"/>
      </a:accent4>
      <a:accent5>
        <a:srgbClr val="5f5f5f"/>
      </a:accent5>
      <a:accent6>
        <a:srgbClr val="4d4d4d"/>
      </a:accent6>
      <a:hlink>
        <a:srgbClr val="5f5f5f"/>
      </a:hlink>
      <a:folHlink>
        <a:srgbClr val="919191"/>
      </a:folHlink>
    </a:clrScheme>
    <a:fontScheme name="Стандартная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8.xml><?xml version="1.0" encoding="utf-8"?>
<a:theme xmlns:a="http://schemas.openxmlformats.org/drawingml/2006/main" xmlns:r="http://schemas.openxmlformats.org/officeDocument/2006/relationships" name="Тема1">
  <a:themeElements>
    <a:clrScheme name="Другая 1">
      <a:dk1>
        <a:srgbClr val="000000"/>
      </a:dk1>
      <a:lt1>
        <a:srgbClr val="ffffff"/>
      </a:lt1>
      <a:dk2>
        <a:srgbClr val="000000"/>
      </a:dk2>
      <a:lt2>
        <a:srgbClr val="f8f8f8"/>
      </a:lt2>
      <a:accent1>
        <a:srgbClr val="ec0b43"/>
      </a:accent1>
      <a:accent2>
        <a:srgbClr val="b2b2b2"/>
      </a:accent2>
      <a:accent3>
        <a:srgbClr val="969696"/>
      </a:accent3>
      <a:accent4>
        <a:srgbClr val="808080"/>
      </a:accent4>
      <a:accent5>
        <a:srgbClr val="5f5f5f"/>
      </a:accent5>
      <a:accent6>
        <a:srgbClr val="4d4d4d"/>
      </a:accent6>
      <a:hlink>
        <a:srgbClr val="5f5f5f"/>
      </a:hlink>
      <a:folHlink>
        <a:srgbClr val="919191"/>
      </a:folHlink>
    </a:clrScheme>
    <a:fontScheme name="Стандартная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9.xml><?xml version="1.0" encoding="utf-8"?>
<a:theme xmlns:a="http://schemas.openxmlformats.org/drawingml/2006/main" xmlns:r="http://schemas.openxmlformats.org/officeDocument/2006/relationships" name="Тема1">
  <a:themeElements>
    <a:clrScheme name="Другая 1">
      <a:dk1>
        <a:srgbClr val="000000"/>
      </a:dk1>
      <a:lt1>
        <a:srgbClr val="ffffff"/>
      </a:lt1>
      <a:dk2>
        <a:srgbClr val="000000"/>
      </a:dk2>
      <a:lt2>
        <a:srgbClr val="f8f8f8"/>
      </a:lt2>
      <a:accent1>
        <a:srgbClr val="ec0b43"/>
      </a:accent1>
      <a:accent2>
        <a:srgbClr val="b2b2b2"/>
      </a:accent2>
      <a:accent3>
        <a:srgbClr val="969696"/>
      </a:accent3>
      <a:accent4>
        <a:srgbClr val="808080"/>
      </a:accent4>
      <a:accent5>
        <a:srgbClr val="5f5f5f"/>
      </a:accent5>
      <a:accent6>
        <a:srgbClr val="4d4d4d"/>
      </a:accent6>
      <a:hlink>
        <a:srgbClr val="5f5f5f"/>
      </a:hlink>
      <a:folHlink>
        <a:srgbClr val="919191"/>
      </a:folHlink>
    </a:clrScheme>
    <a:fontScheme name="Стандартная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10.xml><?xml version="1.0" encoding="utf-8"?>
<a:theme xmlns:a="http://schemas.openxmlformats.org/drawingml/2006/main" xmlns:r="http://schemas.openxmlformats.org/officeDocument/2006/relationships" name="Тема1">
  <a:themeElements>
    <a:clrScheme name="Другая 1">
      <a:dk1>
        <a:srgbClr val="000000"/>
      </a:dk1>
      <a:lt1>
        <a:srgbClr val="ffffff"/>
      </a:lt1>
      <a:dk2>
        <a:srgbClr val="000000"/>
      </a:dk2>
      <a:lt2>
        <a:srgbClr val="f8f8f8"/>
      </a:lt2>
      <a:accent1>
        <a:srgbClr val="ec0b43"/>
      </a:accent1>
      <a:accent2>
        <a:srgbClr val="b2b2b2"/>
      </a:accent2>
      <a:accent3>
        <a:srgbClr val="969696"/>
      </a:accent3>
      <a:accent4>
        <a:srgbClr val="808080"/>
      </a:accent4>
      <a:accent5>
        <a:srgbClr val="5f5f5f"/>
      </a:accent5>
      <a:accent6>
        <a:srgbClr val="4d4d4d"/>
      </a:accent6>
      <a:hlink>
        <a:srgbClr val="5f5f5f"/>
      </a:hlink>
      <a:folHlink>
        <a:srgbClr val="919191"/>
      </a:folHlink>
    </a:clrScheme>
    <a:fontScheme name="Стандартная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11.xml><?xml version="1.0" encoding="utf-8"?>
<a:theme xmlns:a="http://schemas.openxmlformats.org/drawingml/2006/main" xmlns:r="http://schemas.openxmlformats.org/officeDocument/2006/relationships" name="Тема1">
  <a:themeElements>
    <a:clrScheme name="Другая 1">
      <a:dk1>
        <a:srgbClr val="000000"/>
      </a:dk1>
      <a:lt1>
        <a:srgbClr val="ffffff"/>
      </a:lt1>
      <a:dk2>
        <a:srgbClr val="000000"/>
      </a:dk2>
      <a:lt2>
        <a:srgbClr val="f8f8f8"/>
      </a:lt2>
      <a:accent1>
        <a:srgbClr val="ec0b43"/>
      </a:accent1>
      <a:accent2>
        <a:srgbClr val="b2b2b2"/>
      </a:accent2>
      <a:accent3>
        <a:srgbClr val="969696"/>
      </a:accent3>
      <a:accent4>
        <a:srgbClr val="808080"/>
      </a:accent4>
      <a:accent5>
        <a:srgbClr val="5f5f5f"/>
      </a:accent5>
      <a:accent6>
        <a:srgbClr val="4d4d4d"/>
      </a:accent6>
      <a:hlink>
        <a:srgbClr val="5f5f5f"/>
      </a:hlink>
      <a:folHlink>
        <a:srgbClr val="919191"/>
      </a:folHlink>
    </a:clrScheme>
    <a:fontScheme name="Стандартная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12.xml><?xml version="1.0" encoding="utf-8"?>
<a:theme xmlns:a="http://schemas.openxmlformats.org/drawingml/2006/main" xmlns:r="http://schemas.openxmlformats.org/officeDocument/2006/relationships" name="Тема1">
  <a:themeElements>
    <a:clrScheme name="Другая 1">
      <a:dk1>
        <a:srgbClr val="000000"/>
      </a:dk1>
      <a:lt1>
        <a:srgbClr val="ffffff"/>
      </a:lt1>
      <a:dk2>
        <a:srgbClr val="000000"/>
      </a:dk2>
      <a:lt2>
        <a:srgbClr val="f8f8f8"/>
      </a:lt2>
      <a:accent1>
        <a:srgbClr val="ec0b43"/>
      </a:accent1>
      <a:accent2>
        <a:srgbClr val="b2b2b2"/>
      </a:accent2>
      <a:accent3>
        <a:srgbClr val="969696"/>
      </a:accent3>
      <a:accent4>
        <a:srgbClr val="808080"/>
      </a:accent4>
      <a:accent5>
        <a:srgbClr val="5f5f5f"/>
      </a:accent5>
      <a:accent6>
        <a:srgbClr val="4d4d4d"/>
      </a:accent6>
      <a:hlink>
        <a:srgbClr val="5f5f5f"/>
      </a:hlink>
      <a:folHlink>
        <a:srgbClr val="919191"/>
      </a:folHlink>
    </a:clrScheme>
    <a:fontScheme name="Стандартная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13.xml><?xml version="1.0" encoding="utf-8"?>
<a:theme xmlns:a="http://schemas.openxmlformats.org/drawingml/2006/main" xmlns:r="http://schemas.openxmlformats.org/officeDocument/2006/relationships" name="Тема1">
  <a:themeElements>
    <a:clrScheme name="Другая 1">
      <a:dk1>
        <a:srgbClr val="000000"/>
      </a:dk1>
      <a:lt1>
        <a:srgbClr val="ffffff"/>
      </a:lt1>
      <a:dk2>
        <a:srgbClr val="000000"/>
      </a:dk2>
      <a:lt2>
        <a:srgbClr val="f8f8f8"/>
      </a:lt2>
      <a:accent1>
        <a:srgbClr val="ec0b43"/>
      </a:accent1>
      <a:accent2>
        <a:srgbClr val="b2b2b2"/>
      </a:accent2>
      <a:accent3>
        <a:srgbClr val="969696"/>
      </a:accent3>
      <a:accent4>
        <a:srgbClr val="808080"/>
      </a:accent4>
      <a:accent5>
        <a:srgbClr val="5f5f5f"/>
      </a:accent5>
      <a:accent6>
        <a:srgbClr val="4d4d4d"/>
      </a:accent6>
      <a:hlink>
        <a:srgbClr val="5f5f5f"/>
      </a:hlink>
      <a:folHlink>
        <a:srgbClr val="919191"/>
      </a:folHlink>
    </a:clrScheme>
    <a:fontScheme name="Стандартная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14.xml><?xml version="1.0" encoding="utf-8"?>
<a:theme xmlns:a="http://schemas.openxmlformats.org/drawingml/2006/main" xmlns:r="http://schemas.openxmlformats.org/officeDocument/2006/relationships" name="Тема1">
  <a:themeElements>
    <a:clrScheme name="Другая 1">
      <a:dk1>
        <a:srgbClr val="000000"/>
      </a:dk1>
      <a:lt1>
        <a:srgbClr val="ffffff"/>
      </a:lt1>
      <a:dk2>
        <a:srgbClr val="000000"/>
      </a:dk2>
      <a:lt2>
        <a:srgbClr val="f8f8f8"/>
      </a:lt2>
      <a:accent1>
        <a:srgbClr val="ec0b43"/>
      </a:accent1>
      <a:accent2>
        <a:srgbClr val="b2b2b2"/>
      </a:accent2>
      <a:accent3>
        <a:srgbClr val="969696"/>
      </a:accent3>
      <a:accent4>
        <a:srgbClr val="808080"/>
      </a:accent4>
      <a:accent5>
        <a:srgbClr val="5f5f5f"/>
      </a:accent5>
      <a:accent6>
        <a:srgbClr val="4d4d4d"/>
      </a:accent6>
      <a:hlink>
        <a:srgbClr val="5f5f5f"/>
      </a:hlink>
      <a:folHlink>
        <a:srgbClr val="919191"/>
      </a:folHlink>
    </a:clrScheme>
    <a:fontScheme name="Стандартная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15.xml><?xml version="1.0" encoding="utf-8"?>
<a:theme xmlns:a="http://schemas.openxmlformats.org/drawingml/2006/main" xmlns:r="http://schemas.openxmlformats.org/officeDocument/2006/relationships" name="Тема1">
  <a:themeElements>
    <a:clrScheme name="Другая 1">
      <a:dk1>
        <a:srgbClr val="000000"/>
      </a:dk1>
      <a:lt1>
        <a:srgbClr val="ffffff"/>
      </a:lt1>
      <a:dk2>
        <a:srgbClr val="000000"/>
      </a:dk2>
      <a:lt2>
        <a:srgbClr val="f8f8f8"/>
      </a:lt2>
      <a:accent1>
        <a:srgbClr val="ec0b43"/>
      </a:accent1>
      <a:accent2>
        <a:srgbClr val="b2b2b2"/>
      </a:accent2>
      <a:accent3>
        <a:srgbClr val="969696"/>
      </a:accent3>
      <a:accent4>
        <a:srgbClr val="808080"/>
      </a:accent4>
      <a:accent5>
        <a:srgbClr val="5f5f5f"/>
      </a:accent5>
      <a:accent6>
        <a:srgbClr val="4d4d4d"/>
      </a:accent6>
      <a:hlink>
        <a:srgbClr val="5f5f5f"/>
      </a:hlink>
      <a:folHlink>
        <a:srgbClr val="919191"/>
      </a:folHlink>
    </a:clrScheme>
    <a:fontScheme name="Стандартная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16.xml><?xml version="1.0" encoding="utf-8"?>
<a:theme xmlns:a="http://schemas.openxmlformats.org/drawingml/2006/main" xmlns:r="http://schemas.openxmlformats.org/officeDocument/2006/relationships" name="Тема1">
  <a:themeElements>
    <a:clrScheme name="Другая 1">
      <a:dk1>
        <a:srgbClr val="000000"/>
      </a:dk1>
      <a:lt1>
        <a:srgbClr val="ffffff"/>
      </a:lt1>
      <a:dk2>
        <a:srgbClr val="000000"/>
      </a:dk2>
      <a:lt2>
        <a:srgbClr val="f8f8f8"/>
      </a:lt2>
      <a:accent1>
        <a:srgbClr val="ec0b43"/>
      </a:accent1>
      <a:accent2>
        <a:srgbClr val="b2b2b2"/>
      </a:accent2>
      <a:accent3>
        <a:srgbClr val="969696"/>
      </a:accent3>
      <a:accent4>
        <a:srgbClr val="808080"/>
      </a:accent4>
      <a:accent5>
        <a:srgbClr val="5f5f5f"/>
      </a:accent5>
      <a:accent6>
        <a:srgbClr val="4d4d4d"/>
      </a:accent6>
      <a:hlink>
        <a:srgbClr val="5f5f5f"/>
      </a:hlink>
      <a:folHlink>
        <a:srgbClr val="919191"/>
      </a:folHlink>
    </a:clrScheme>
    <a:fontScheme name="Стандартная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17.xml><?xml version="1.0" encoding="utf-8"?>
<a:theme xmlns:a="http://schemas.openxmlformats.org/drawingml/2006/main" xmlns:r="http://schemas.openxmlformats.org/officeDocument/2006/relationships" name="Тема1">
  <a:themeElements>
    <a:clrScheme name="Другая 1">
      <a:dk1>
        <a:srgbClr val="000000"/>
      </a:dk1>
      <a:lt1>
        <a:srgbClr val="ffffff"/>
      </a:lt1>
      <a:dk2>
        <a:srgbClr val="000000"/>
      </a:dk2>
      <a:lt2>
        <a:srgbClr val="f8f8f8"/>
      </a:lt2>
      <a:accent1>
        <a:srgbClr val="ec0b43"/>
      </a:accent1>
      <a:accent2>
        <a:srgbClr val="b2b2b2"/>
      </a:accent2>
      <a:accent3>
        <a:srgbClr val="969696"/>
      </a:accent3>
      <a:accent4>
        <a:srgbClr val="808080"/>
      </a:accent4>
      <a:accent5>
        <a:srgbClr val="5f5f5f"/>
      </a:accent5>
      <a:accent6>
        <a:srgbClr val="4d4d4d"/>
      </a:accent6>
      <a:hlink>
        <a:srgbClr val="5f5f5f"/>
      </a:hlink>
      <a:folHlink>
        <a:srgbClr val="919191"/>
      </a:folHlink>
    </a:clrScheme>
    <a:fontScheme name="Стандартная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18.xml><?xml version="1.0" encoding="utf-8"?>
<a:theme xmlns:a="http://schemas.openxmlformats.org/drawingml/2006/main" xmlns:r="http://schemas.openxmlformats.org/officeDocument/2006/relationships" name="Тема1">
  <a:themeElements>
    <a:clrScheme name="Другая 1">
      <a:dk1>
        <a:srgbClr val="000000"/>
      </a:dk1>
      <a:lt1>
        <a:srgbClr val="ffffff"/>
      </a:lt1>
      <a:dk2>
        <a:srgbClr val="000000"/>
      </a:dk2>
      <a:lt2>
        <a:srgbClr val="f8f8f8"/>
      </a:lt2>
      <a:accent1>
        <a:srgbClr val="ec0b43"/>
      </a:accent1>
      <a:accent2>
        <a:srgbClr val="b2b2b2"/>
      </a:accent2>
      <a:accent3>
        <a:srgbClr val="969696"/>
      </a:accent3>
      <a:accent4>
        <a:srgbClr val="808080"/>
      </a:accent4>
      <a:accent5>
        <a:srgbClr val="5f5f5f"/>
      </a:accent5>
      <a:accent6>
        <a:srgbClr val="4d4d4d"/>
      </a:accent6>
      <a:hlink>
        <a:srgbClr val="5f5f5f"/>
      </a:hlink>
      <a:folHlink>
        <a:srgbClr val="919191"/>
      </a:folHlink>
    </a:clrScheme>
    <a:fontScheme name="Стандартная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19.xml><?xml version="1.0" encoding="utf-8"?>
<a:theme xmlns:a="http://schemas.openxmlformats.org/drawingml/2006/main" xmlns:r="http://schemas.openxmlformats.org/officeDocument/2006/relationships" name="Тема1">
  <a:themeElements>
    <a:clrScheme name="Другая 1">
      <a:dk1>
        <a:srgbClr val="000000"/>
      </a:dk1>
      <a:lt1>
        <a:srgbClr val="ffffff"/>
      </a:lt1>
      <a:dk2>
        <a:srgbClr val="000000"/>
      </a:dk2>
      <a:lt2>
        <a:srgbClr val="f8f8f8"/>
      </a:lt2>
      <a:accent1>
        <a:srgbClr val="ec0b43"/>
      </a:accent1>
      <a:accent2>
        <a:srgbClr val="b2b2b2"/>
      </a:accent2>
      <a:accent3>
        <a:srgbClr val="969696"/>
      </a:accent3>
      <a:accent4>
        <a:srgbClr val="808080"/>
      </a:accent4>
      <a:accent5>
        <a:srgbClr val="5f5f5f"/>
      </a:accent5>
      <a:accent6>
        <a:srgbClr val="4d4d4d"/>
      </a:accent6>
      <a:hlink>
        <a:srgbClr val="5f5f5f"/>
      </a:hlink>
      <a:folHlink>
        <a:srgbClr val="919191"/>
      </a:folHlink>
    </a:clrScheme>
    <a:fontScheme name="Стандартная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20.xml><?xml version="1.0" encoding="utf-8"?>
<a:theme xmlns:a="http://schemas.openxmlformats.org/drawingml/2006/main" xmlns:r="http://schemas.openxmlformats.org/officeDocument/2006/relationships" name="Тема1">
  <a:themeElements>
    <a:clrScheme name="Другая 1">
      <a:dk1>
        <a:srgbClr val="000000"/>
      </a:dk1>
      <a:lt1>
        <a:srgbClr val="ffffff"/>
      </a:lt1>
      <a:dk2>
        <a:srgbClr val="000000"/>
      </a:dk2>
      <a:lt2>
        <a:srgbClr val="f8f8f8"/>
      </a:lt2>
      <a:accent1>
        <a:srgbClr val="ec0b43"/>
      </a:accent1>
      <a:accent2>
        <a:srgbClr val="b2b2b2"/>
      </a:accent2>
      <a:accent3>
        <a:srgbClr val="969696"/>
      </a:accent3>
      <a:accent4>
        <a:srgbClr val="808080"/>
      </a:accent4>
      <a:accent5>
        <a:srgbClr val="5f5f5f"/>
      </a:accent5>
      <a:accent6>
        <a:srgbClr val="4d4d4d"/>
      </a:accent6>
      <a:hlink>
        <a:srgbClr val="5f5f5f"/>
      </a:hlink>
      <a:folHlink>
        <a:srgbClr val="919191"/>
      </a:folHlink>
    </a:clrScheme>
    <a:fontScheme name="Стандартная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21.xml><?xml version="1.0" encoding="utf-8"?>
<a:theme xmlns:a="http://schemas.openxmlformats.org/drawingml/2006/main" xmlns:r="http://schemas.openxmlformats.org/officeDocument/2006/relationships" name="Тема1">
  <a:themeElements>
    <a:clrScheme name="Другая 1">
      <a:dk1>
        <a:srgbClr val="000000"/>
      </a:dk1>
      <a:lt1>
        <a:srgbClr val="ffffff"/>
      </a:lt1>
      <a:dk2>
        <a:srgbClr val="000000"/>
      </a:dk2>
      <a:lt2>
        <a:srgbClr val="f8f8f8"/>
      </a:lt2>
      <a:accent1>
        <a:srgbClr val="ec0b43"/>
      </a:accent1>
      <a:accent2>
        <a:srgbClr val="b2b2b2"/>
      </a:accent2>
      <a:accent3>
        <a:srgbClr val="969696"/>
      </a:accent3>
      <a:accent4>
        <a:srgbClr val="808080"/>
      </a:accent4>
      <a:accent5>
        <a:srgbClr val="5f5f5f"/>
      </a:accent5>
      <a:accent6>
        <a:srgbClr val="4d4d4d"/>
      </a:accent6>
      <a:hlink>
        <a:srgbClr val="5f5f5f"/>
      </a:hlink>
      <a:folHlink>
        <a:srgbClr val="919191"/>
      </a:folHlink>
    </a:clrScheme>
    <a:fontScheme name="Стандартная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22.xml><?xml version="1.0" encoding="utf-8"?>
<a:theme xmlns:a="http://schemas.openxmlformats.org/drawingml/2006/main" xmlns:r="http://schemas.openxmlformats.org/officeDocument/2006/relationships" name="Тема1">
  <a:themeElements>
    <a:clrScheme name="Другая 1">
      <a:dk1>
        <a:srgbClr val="000000"/>
      </a:dk1>
      <a:lt1>
        <a:srgbClr val="ffffff"/>
      </a:lt1>
      <a:dk2>
        <a:srgbClr val="000000"/>
      </a:dk2>
      <a:lt2>
        <a:srgbClr val="f8f8f8"/>
      </a:lt2>
      <a:accent1>
        <a:srgbClr val="ec0b43"/>
      </a:accent1>
      <a:accent2>
        <a:srgbClr val="b2b2b2"/>
      </a:accent2>
      <a:accent3>
        <a:srgbClr val="969696"/>
      </a:accent3>
      <a:accent4>
        <a:srgbClr val="808080"/>
      </a:accent4>
      <a:accent5>
        <a:srgbClr val="5f5f5f"/>
      </a:accent5>
      <a:accent6>
        <a:srgbClr val="4d4d4d"/>
      </a:accent6>
      <a:hlink>
        <a:srgbClr val="5f5f5f"/>
      </a:hlink>
      <a:folHlink>
        <a:srgbClr val="919191"/>
      </a:folHlink>
    </a:clrScheme>
    <a:fontScheme name="Стандартная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23.xml><?xml version="1.0" encoding="utf-8"?>
<a:theme xmlns:a="http://schemas.openxmlformats.org/drawingml/2006/main" xmlns:r="http://schemas.openxmlformats.org/officeDocument/2006/relationships" name="Тема1">
  <a:themeElements>
    <a:clrScheme name="Другая 1">
      <a:dk1>
        <a:srgbClr val="000000"/>
      </a:dk1>
      <a:lt1>
        <a:srgbClr val="ffffff"/>
      </a:lt1>
      <a:dk2>
        <a:srgbClr val="000000"/>
      </a:dk2>
      <a:lt2>
        <a:srgbClr val="f8f8f8"/>
      </a:lt2>
      <a:accent1>
        <a:srgbClr val="ec0b43"/>
      </a:accent1>
      <a:accent2>
        <a:srgbClr val="b2b2b2"/>
      </a:accent2>
      <a:accent3>
        <a:srgbClr val="969696"/>
      </a:accent3>
      <a:accent4>
        <a:srgbClr val="808080"/>
      </a:accent4>
      <a:accent5>
        <a:srgbClr val="5f5f5f"/>
      </a:accent5>
      <a:accent6>
        <a:srgbClr val="4d4d4d"/>
      </a:accent6>
      <a:hlink>
        <a:srgbClr val="5f5f5f"/>
      </a:hlink>
      <a:folHlink>
        <a:srgbClr val="919191"/>
      </a:folHlink>
    </a:clrScheme>
    <a:fontScheme name="Стандартная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24.xml><?xml version="1.0" encoding="utf-8"?>
<a:theme xmlns:a="http://schemas.openxmlformats.org/drawingml/2006/main" xmlns:r="http://schemas.openxmlformats.org/officeDocument/2006/relationships" name="Тема1">
  <a:themeElements>
    <a:clrScheme name="Другая 1">
      <a:dk1>
        <a:srgbClr val="000000"/>
      </a:dk1>
      <a:lt1>
        <a:srgbClr val="ffffff"/>
      </a:lt1>
      <a:dk2>
        <a:srgbClr val="000000"/>
      </a:dk2>
      <a:lt2>
        <a:srgbClr val="f8f8f8"/>
      </a:lt2>
      <a:accent1>
        <a:srgbClr val="ec0b43"/>
      </a:accent1>
      <a:accent2>
        <a:srgbClr val="b2b2b2"/>
      </a:accent2>
      <a:accent3>
        <a:srgbClr val="969696"/>
      </a:accent3>
      <a:accent4>
        <a:srgbClr val="808080"/>
      </a:accent4>
      <a:accent5>
        <a:srgbClr val="5f5f5f"/>
      </a:accent5>
      <a:accent6>
        <a:srgbClr val="4d4d4d"/>
      </a:accent6>
      <a:hlink>
        <a:srgbClr val="5f5f5f"/>
      </a:hlink>
      <a:folHlink>
        <a:srgbClr val="919191"/>
      </a:folHlink>
    </a:clrScheme>
    <a:fontScheme name="Стандартная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25.xml><?xml version="1.0" encoding="utf-8"?>
<a:theme xmlns:a="http://schemas.openxmlformats.org/drawingml/2006/main" xmlns:r="http://schemas.openxmlformats.org/officeDocument/2006/relationships" name="Тема1">
  <a:themeElements>
    <a:clrScheme name="Другая 1">
      <a:dk1>
        <a:srgbClr val="000000"/>
      </a:dk1>
      <a:lt1>
        <a:srgbClr val="ffffff"/>
      </a:lt1>
      <a:dk2>
        <a:srgbClr val="000000"/>
      </a:dk2>
      <a:lt2>
        <a:srgbClr val="f8f8f8"/>
      </a:lt2>
      <a:accent1>
        <a:srgbClr val="ec0b43"/>
      </a:accent1>
      <a:accent2>
        <a:srgbClr val="b2b2b2"/>
      </a:accent2>
      <a:accent3>
        <a:srgbClr val="969696"/>
      </a:accent3>
      <a:accent4>
        <a:srgbClr val="808080"/>
      </a:accent4>
      <a:accent5>
        <a:srgbClr val="5f5f5f"/>
      </a:accent5>
      <a:accent6>
        <a:srgbClr val="4d4d4d"/>
      </a:accent6>
      <a:hlink>
        <a:srgbClr val="5f5f5f"/>
      </a:hlink>
      <a:folHlink>
        <a:srgbClr val="919191"/>
      </a:folHlink>
    </a:clrScheme>
    <a:fontScheme name="Стандартная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26.xml><?xml version="1.0" encoding="utf-8"?>
<a:theme xmlns:a="http://schemas.openxmlformats.org/drawingml/2006/main" xmlns:r="http://schemas.openxmlformats.org/officeDocument/2006/relationships" name="Тема1">
  <a:themeElements>
    <a:clrScheme name="Другая 1">
      <a:dk1>
        <a:srgbClr val="000000"/>
      </a:dk1>
      <a:lt1>
        <a:srgbClr val="ffffff"/>
      </a:lt1>
      <a:dk2>
        <a:srgbClr val="000000"/>
      </a:dk2>
      <a:lt2>
        <a:srgbClr val="f8f8f8"/>
      </a:lt2>
      <a:accent1>
        <a:srgbClr val="ec0b43"/>
      </a:accent1>
      <a:accent2>
        <a:srgbClr val="b2b2b2"/>
      </a:accent2>
      <a:accent3>
        <a:srgbClr val="969696"/>
      </a:accent3>
      <a:accent4>
        <a:srgbClr val="808080"/>
      </a:accent4>
      <a:accent5>
        <a:srgbClr val="5f5f5f"/>
      </a:accent5>
      <a:accent6>
        <a:srgbClr val="4d4d4d"/>
      </a:accent6>
      <a:hlink>
        <a:srgbClr val="5f5f5f"/>
      </a:hlink>
      <a:folHlink>
        <a:srgbClr val="919191"/>
      </a:folHlink>
    </a:clrScheme>
    <a:fontScheme name="Стандартная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>Тема1</Template>
  <TotalTime>896</TotalTime>
  <Application>LibreOffice/24.2.7.2$Linux_X86_64 LibreOffice_project/420$Build-2</Application>
  <AppVersion>15.0000</AppVersion>
  <Words>964</Words>
  <Paragraphs>173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2024-06-25T16:10:47Z</dcterms:created>
  <dc:creator>Sviatoslav Stumpf</dc:creator>
  <dc:description/>
  <dc:language>ru-RU</dc:language>
  <cp:lastModifiedBy/>
  <dcterms:modified xsi:type="dcterms:W3CDTF">2026-04-14T20:02:20Z</dcterms:modified>
  <cp:revision>23</cp:revision>
  <dc:subject/>
  <dc:title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PresentationFormat">
    <vt:lpwstr>On-screen Show (16:9)</vt:lpwstr>
  </property>
  <property fmtid="{D5CDD505-2E9C-101B-9397-08002B2CF9AE}" pid="3" name="Slides">
    <vt:i4>32</vt:i4>
  </property>
</Properties>
</file>